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3"/>
  </p:notesMasterIdLst>
  <p:handoutMasterIdLst>
    <p:handoutMasterId r:id="rId14"/>
  </p:handoutMasterIdLst>
  <p:sldIdLst>
    <p:sldId id="354" r:id="rId5"/>
    <p:sldId id="802" r:id="rId6"/>
    <p:sldId id="2182" r:id="rId7"/>
    <p:sldId id="2178" r:id="rId8"/>
    <p:sldId id="2177" r:id="rId9"/>
    <p:sldId id="2180" r:id="rId10"/>
    <p:sldId id="2181" r:id="rId11"/>
    <p:sldId id="284" r:id="rId12"/>
  </p:sldIdLst>
  <p:sldSz cx="12193588" cy="6858000"/>
  <p:notesSz cx="7315200" cy="9601200"/>
  <p:defaultTextStyle>
    <a:defPPr>
      <a:defRPr lang="en-US"/>
    </a:defPPr>
    <a:lvl1pPr marL="0" algn="l" defTabSz="428546" rtl="0" eaLnBrk="1" latinLnBrk="0" hangingPunct="1">
      <a:defRPr sz="1687" kern="1200">
        <a:solidFill>
          <a:schemeClr val="tx1"/>
        </a:solidFill>
        <a:latin typeface="+mn-lt"/>
        <a:ea typeface="+mn-ea"/>
        <a:cs typeface="+mn-cs"/>
      </a:defRPr>
    </a:lvl1pPr>
    <a:lvl2pPr marL="428546" algn="l" defTabSz="428546" rtl="0" eaLnBrk="1" latinLnBrk="0" hangingPunct="1">
      <a:defRPr sz="1687" kern="1200">
        <a:solidFill>
          <a:schemeClr val="tx1"/>
        </a:solidFill>
        <a:latin typeface="+mn-lt"/>
        <a:ea typeface="+mn-ea"/>
        <a:cs typeface="+mn-cs"/>
      </a:defRPr>
    </a:lvl2pPr>
    <a:lvl3pPr marL="857095" algn="l" defTabSz="428546" rtl="0" eaLnBrk="1" latinLnBrk="0" hangingPunct="1">
      <a:defRPr sz="1687" kern="1200">
        <a:solidFill>
          <a:schemeClr val="tx1"/>
        </a:solidFill>
        <a:latin typeface="+mn-lt"/>
        <a:ea typeface="+mn-ea"/>
        <a:cs typeface="+mn-cs"/>
      </a:defRPr>
    </a:lvl3pPr>
    <a:lvl4pPr marL="1285641" algn="l" defTabSz="428546" rtl="0" eaLnBrk="1" latinLnBrk="0" hangingPunct="1">
      <a:defRPr sz="1687" kern="1200">
        <a:solidFill>
          <a:schemeClr val="tx1"/>
        </a:solidFill>
        <a:latin typeface="+mn-lt"/>
        <a:ea typeface="+mn-ea"/>
        <a:cs typeface="+mn-cs"/>
      </a:defRPr>
    </a:lvl4pPr>
    <a:lvl5pPr marL="1714188" algn="l" defTabSz="428546" rtl="0" eaLnBrk="1" latinLnBrk="0" hangingPunct="1">
      <a:defRPr sz="1687" kern="1200">
        <a:solidFill>
          <a:schemeClr val="tx1"/>
        </a:solidFill>
        <a:latin typeface="+mn-lt"/>
        <a:ea typeface="+mn-ea"/>
        <a:cs typeface="+mn-cs"/>
      </a:defRPr>
    </a:lvl5pPr>
    <a:lvl6pPr marL="2142734" algn="l" defTabSz="428546" rtl="0" eaLnBrk="1" latinLnBrk="0" hangingPunct="1">
      <a:defRPr sz="1687" kern="1200">
        <a:solidFill>
          <a:schemeClr val="tx1"/>
        </a:solidFill>
        <a:latin typeface="+mn-lt"/>
        <a:ea typeface="+mn-ea"/>
        <a:cs typeface="+mn-cs"/>
      </a:defRPr>
    </a:lvl6pPr>
    <a:lvl7pPr marL="2571282" algn="l" defTabSz="428546" rtl="0" eaLnBrk="1" latinLnBrk="0" hangingPunct="1">
      <a:defRPr sz="1687" kern="1200">
        <a:solidFill>
          <a:schemeClr val="tx1"/>
        </a:solidFill>
        <a:latin typeface="+mn-lt"/>
        <a:ea typeface="+mn-ea"/>
        <a:cs typeface="+mn-cs"/>
      </a:defRPr>
    </a:lvl7pPr>
    <a:lvl8pPr marL="2999829" algn="l" defTabSz="428546" rtl="0" eaLnBrk="1" latinLnBrk="0" hangingPunct="1">
      <a:defRPr sz="1687" kern="1200">
        <a:solidFill>
          <a:schemeClr val="tx1"/>
        </a:solidFill>
        <a:latin typeface="+mn-lt"/>
        <a:ea typeface="+mn-ea"/>
        <a:cs typeface="+mn-cs"/>
      </a:defRPr>
    </a:lvl8pPr>
    <a:lvl9pPr marL="3428376" algn="l" defTabSz="428546" rtl="0" eaLnBrk="1" latinLnBrk="0" hangingPunct="1">
      <a:defRPr sz="168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2C360E-1E4A-534D-CA91-D3D940509EA4}" name="Madalena Figueiredo" initials="MF" userId="S::mfigueiredo@grupoyour.pt::4b4e129e-315b-4f3c-bee6-c5f83ad2437c" providerId="AD"/>
  <p188:author id="{598C07D8-DA7D-9B44-E471-6963F3BA999E}" name="Laetitia Mateus" initials="LM" userId="Laetitia Mateu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945"/>
    <a:srgbClr val="E60F78"/>
    <a:srgbClr val="000000"/>
    <a:srgbClr val="3DAE2B"/>
    <a:srgbClr val="009C5C"/>
    <a:srgbClr val="FAFAFA"/>
    <a:srgbClr val="C50F68"/>
    <a:srgbClr val="F0F0F0"/>
    <a:srgbClr val="878787"/>
    <a:srgbClr val="0303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Destaqu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Sem Estilo, Sem Grelh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0093" autoAdjust="0"/>
  </p:normalViewPr>
  <p:slideViewPr>
    <p:cSldViewPr snapToGrid="0">
      <p:cViewPr varScale="1">
        <p:scale>
          <a:sx n="120" d="100"/>
          <a:sy n="120" d="100"/>
        </p:scale>
        <p:origin x="114" y="252"/>
      </p:cViewPr>
      <p:guideLst>
        <p:guide orient="horz" pos="2160"/>
        <p:guide pos="3840"/>
      </p:guideLst>
    </p:cSldViewPr>
  </p:slideViewPr>
  <p:notesTextViewPr>
    <p:cViewPr>
      <p:scale>
        <a:sx n="65" d="100"/>
        <a:sy n="65" d="100"/>
      </p:scale>
      <p:origin x="0" y="0"/>
    </p:cViewPr>
  </p:notesTextViewPr>
  <p:sorterViewPr>
    <p:cViewPr>
      <p:scale>
        <a:sx n="100" d="100"/>
        <a:sy n="100" d="100"/>
      </p:scale>
      <p:origin x="0" y="-7459"/>
    </p:cViewPr>
  </p:sorterViewPr>
  <p:notesViewPr>
    <p:cSldViewPr snapToGrid="0">
      <p:cViewPr varScale="1">
        <p:scale>
          <a:sx n="75" d="100"/>
          <a:sy n="75" d="100"/>
        </p:scale>
        <p:origin x="403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a:extLst>
              <a:ext uri="{FF2B5EF4-FFF2-40B4-BE49-F238E27FC236}">
                <a16:creationId xmlns:a16="http://schemas.microsoft.com/office/drawing/2014/main" id="{60418697-AD3B-44E7-BF00-8D967F8CA1BC}"/>
              </a:ext>
            </a:extLst>
          </p:cNvPr>
          <p:cNvSpPr>
            <a:spLocks noGrp="1"/>
          </p:cNvSpPr>
          <p:nvPr>
            <p:ph type="hdr" sz="quarter"/>
          </p:nvPr>
        </p:nvSpPr>
        <p:spPr>
          <a:xfrm>
            <a:off x="0" y="1"/>
            <a:ext cx="3169920" cy="481727"/>
          </a:xfrm>
          <a:prstGeom prst="rect">
            <a:avLst/>
          </a:prstGeom>
        </p:spPr>
        <p:txBody>
          <a:bodyPr vert="horz" lIns="95588" tIns="47794" rIns="95588" bIns="47794" rtlCol="0"/>
          <a:lstStyle>
            <a:lvl1pPr algn="l">
              <a:defRPr sz="1300"/>
            </a:lvl1pPr>
          </a:lstStyle>
          <a:p>
            <a:endParaRPr lang="pt-PT" dirty="0"/>
          </a:p>
        </p:txBody>
      </p:sp>
      <p:sp>
        <p:nvSpPr>
          <p:cNvPr id="3" name="Marcador de Posição da Data 2">
            <a:extLst>
              <a:ext uri="{FF2B5EF4-FFF2-40B4-BE49-F238E27FC236}">
                <a16:creationId xmlns:a16="http://schemas.microsoft.com/office/drawing/2014/main" id="{1B80823E-06AD-4419-BA95-621295C136C2}"/>
              </a:ext>
            </a:extLst>
          </p:cNvPr>
          <p:cNvSpPr>
            <a:spLocks noGrp="1"/>
          </p:cNvSpPr>
          <p:nvPr>
            <p:ph type="dt" sz="quarter" idx="1"/>
          </p:nvPr>
        </p:nvSpPr>
        <p:spPr>
          <a:xfrm>
            <a:off x="4143588" y="1"/>
            <a:ext cx="3169920" cy="481727"/>
          </a:xfrm>
          <a:prstGeom prst="rect">
            <a:avLst/>
          </a:prstGeom>
        </p:spPr>
        <p:txBody>
          <a:bodyPr vert="horz" lIns="95588" tIns="47794" rIns="95588" bIns="47794" rtlCol="0"/>
          <a:lstStyle>
            <a:lvl1pPr algn="r">
              <a:defRPr sz="1300"/>
            </a:lvl1pPr>
          </a:lstStyle>
          <a:p>
            <a:fld id="{C2158F62-548A-4382-AD32-8F425ECA8328}" type="datetimeFigureOut">
              <a:rPr lang="pt-PT" smtClean="0"/>
              <a:t>22-09-2026</a:t>
            </a:fld>
            <a:endParaRPr lang="pt-PT" dirty="0"/>
          </a:p>
        </p:txBody>
      </p:sp>
      <p:sp>
        <p:nvSpPr>
          <p:cNvPr id="4" name="Marcador de Posição do Rodapé 3">
            <a:extLst>
              <a:ext uri="{FF2B5EF4-FFF2-40B4-BE49-F238E27FC236}">
                <a16:creationId xmlns:a16="http://schemas.microsoft.com/office/drawing/2014/main" id="{BC39CE2B-58FA-47B0-91E0-B2090BF4B23A}"/>
              </a:ext>
            </a:extLst>
          </p:cNvPr>
          <p:cNvSpPr>
            <a:spLocks noGrp="1"/>
          </p:cNvSpPr>
          <p:nvPr>
            <p:ph type="ftr" sz="quarter" idx="2"/>
          </p:nvPr>
        </p:nvSpPr>
        <p:spPr>
          <a:xfrm>
            <a:off x="0" y="9119475"/>
            <a:ext cx="3169920" cy="481726"/>
          </a:xfrm>
          <a:prstGeom prst="rect">
            <a:avLst/>
          </a:prstGeom>
        </p:spPr>
        <p:txBody>
          <a:bodyPr vert="horz" lIns="95588" tIns="47794" rIns="95588" bIns="47794" rtlCol="0" anchor="b"/>
          <a:lstStyle>
            <a:lvl1pPr algn="l">
              <a:defRPr sz="1300"/>
            </a:lvl1pPr>
          </a:lstStyle>
          <a:p>
            <a:endParaRPr lang="pt-PT" dirty="0"/>
          </a:p>
        </p:txBody>
      </p:sp>
      <p:sp>
        <p:nvSpPr>
          <p:cNvPr id="5" name="Marcador de Posição do Número do Diapositivo 4">
            <a:extLst>
              <a:ext uri="{FF2B5EF4-FFF2-40B4-BE49-F238E27FC236}">
                <a16:creationId xmlns:a16="http://schemas.microsoft.com/office/drawing/2014/main" id="{86AC5BAE-B6B6-403F-9443-AFBE2589C6EB}"/>
              </a:ext>
            </a:extLst>
          </p:cNvPr>
          <p:cNvSpPr>
            <a:spLocks noGrp="1"/>
          </p:cNvSpPr>
          <p:nvPr>
            <p:ph type="sldNum" sz="quarter" idx="3"/>
          </p:nvPr>
        </p:nvSpPr>
        <p:spPr>
          <a:xfrm>
            <a:off x="4143588" y="9119475"/>
            <a:ext cx="3169920" cy="481726"/>
          </a:xfrm>
          <a:prstGeom prst="rect">
            <a:avLst/>
          </a:prstGeom>
        </p:spPr>
        <p:txBody>
          <a:bodyPr vert="horz" lIns="95588" tIns="47794" rIns="95588" bIns="47794" rtlCol="0" anchor="b"/>
          <a:lstStyle>
            <a:lvl1pPr algn="r">
              <a:defRPr sz="1300"/>
            </a:lvl1pPr>
          </a:lstStyle>
          <a:p>
            <a:fld id="{104F4B72-B701-47C5-ADBB-DB110E8F4589}" type="slidenum">
              <a:rPr lang="pt-PT" smtClean="0"/>
              <a:t>‹nº›</a:t>
            </a:fld>
            <a:endParaRPr lang="pt-PT" dirty="0"/>
          </a:p>
        </p:txBody>
      </p:sp>
    </p:spTree>
    <p:extLst>
      <p:ext uri="{BB962C8B-B14F-4D97-AF65-F5344CB8AC3E}">
        <p14:creationId xmlns:p14="http://schemas.microsoft.com/office/powerpoint/2010/main" val="23449840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1"/>
            <a:ext cx="3169920" cy="481727"/>
          </a:xfrm>
          <a:prstGeom prst="rect">
            <a:avLst/>
          </a:prstGeom>
        </p:spPr>
        <p:txBody>
          <a:bodyPr vert="horz" lIns="95588" tIns="47794" rIns="95588" bIns="47794" rtlCol="0"/>
          <a:lstStyle>
            <a:lvl1pPr algn="l">
              <a:defRPr sz="1300"/>
            </a:lvl1pPr>
          </a:lstStyle>
          <a:p>
            <a:endParaRPr lang="pt-PT" dirty="0"/>
          </a:p>
        </p:txBody>
      </p:sp>
      <p:sp>
        <p:nvSpPr>
          <p:cNvPr id="3" name="Marcador de Posição da Data 2"/>
          <p:cNvSpPr>
            <a:spLocks noGrp="1"/>
          </p:cNvSpPr>
          <p:nvPr>
            <p:ph type="dt" idx="1"/>
          </p:nvPr>
        </p:nvSpPr>
        <p:spPr>
          <a:xfrm>
            <a:off x="4143588" y="1"/>
            <a:ext cx="3169920" cy="481727"/>
          </a:xfrm>
          <a:prstGeom prst="rect">
            <a:avLst/>
          </a:prstGeom>
        </p:spPr>
        <p:txBody>
          <a:bodyPr vert="horz" lIns="95588" tIns="47794" rIns="95588" bIns="47794" rtlCol="0"/>
          <a:lstStyle>
            <a:lvl1pPr algn="r">
              <a:defRPr sz="1300"/>
            </a:lvl1pPr>
          </a:lstStyle>
          <a:p>
            <a:fld id="{9A875E86-9BDC-43FE-9AFD-DA4564E81DA6}" type="datetimeFigureOut">
              <a:rPr lang="pt-PT" smtClean="0"/>
              <a:t>22-09-2026</a:t>
            </a:fld>
            <a:endParaRPr lang="pt-PT" dirty="0"/>
          </a:p>
        </p:txBody>
      </p:sp>
      <p:sp>
        <p:nvSpPr>
          <p:cNvPr id="4" name="Marcador de Posição da Imagem do Diapositivo 3"/>
          <p:cNvSpPr>
            <a:spLocks noGrp="1" noRot="1" noChangeAspect="1"/>
          </p:cNvSpPr>
          <p:nvPr>
            <p:ph type="sldImg" idx="2"/>
          </p:nvPr>
        </p:nvSpPr>
        <p:spPr>
          <a:xfrm>
            <a:off x="777875" y="1200150"/>
            <a:ext cx="5761038" cy="3240088"/>
          </a:xfrm>
          <a:prstGeom prst="rect">
            <a:avLst/>
          </a:prstGeom>
          <a:noFill/>
          <a:ln w="12700">
            <a:solidFill>
              <a:prstClr val="black"/>
            </a:solidFill>
          </a:ln>
        </p:spPr>
        <p:txBody>
          <a:bodyPr vert="horz" lIns="95588" tIns="47794" rIns="95588" bIns="47794" rtlCol="0" anchor="ctr"/>
          <a:lstStyle/>
          <a:p>
            <a:endParaRPr lang="pt-PT" dirty="0"/>
          </a:p>
        </p:txBody>
      </p:sp>
      <p:sp>
        <p:nvSpPr>
          <p:cNvPr id="5" name="Marcador de Posição de Notas 4"/>
          <p:cNvSpPr>
            <a:spLocks noGrp="1"/>
          </p:cNvSpPr>
          <p:nvPr>
            <p:ph type="body" sz="quarter" idx="3"/>
          </p:nvPr>
        </p:nvSpPr>
        <p:spPr>
          <a:xfrm>
            <a:off x="731521" y="4620577"/>
            <a:ext cx="5852160" cy="3780473"/>
          </a:xfrm>
          <a:prstGeom prst="rect">
            <a:avLst/>
          </a:prstGeom>
        </p:spPr>
        <p:txBody>
          <a:bodyPr vert="horz" lIns="95588" tIns="47794" rIns="95588" bIns="47794" rtlCol="0"/>
          <a:lstStyle/>
          <a:p>
            <a:pPr lvl="0"/>
            <a:r>
              <a:rPr lang="pt-PT"/>
              <a:t>Editar os estilos de texto do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9119475"/>
            <a:ext cx="3169920" cy="481726"/>
          </a:xfrm>
          <a:prstGeom prst="rect">
            <a:avLst/>
          </a:prstGeom>
        </p:spPr>
        <p:txBody>
          <a:bodyPr vert="horz" lIns="95588" tIns="47794" rIns="95588" bIns="47794" rtlCol="0" anchor="b"/>
          <a:lstStyle>
            <a:lvl1pPr algn="l">
              <a:defRPr sz="1300"/>
            </a:lvl1pPr>
          </a:lstStyle>
          <a:p>
            <a:endParaRPr lang="pt-PT" dirty="0"/>
          </a:p>
        </p:txBody>
      </p:sp>
      <p:sp>
        <p:nvSpPr>
          <p:cNvPr id="7" name="Marcador de Posição do Número do Diapositivo 6"/>
          <p:cNvSpPr>
            <a:spLocks noGrp="1"/>
          </p:cNvSpPr>
          <p:nvPr>
            <p:ph type="sldNum" sz="quarter" idx="5"/>
          </p:nvPr>
        </p:nvSpPr>
        <p:spPr>
          <a:xfrm>
            <a:off x="4143588" y="9119475"/>
            <a:ext cx="3169920" cy="481726"/>
          </a:xfrm>
          <a:prstGeom prst="rect">
            <a:avLst/>
          </a:prstGeom>
        </p:spPr>
        <p:txBody>
          <a:bodyPr vert="horz" lIns="95588" tIns="47794" rIns="95588" bIns="47794" rtlCol="0" anchor="b"/>
          <a:lstStyle>
            <a:lvl1pPr algn="r">
              <a:defRPr sz="1300"/>
            </a:lvl1pPr>
          </a:lstStyle>
          <a:p>
            <a:fld id="{D645B592-8806-4B95-BE51-56800D24A9A2}" type="slidenum">
              <a:rPr lang="pt-PT" smtClean="0"/>
              <a:t>‹nº›</a:t>
            </a:fld>
            <a:endParaRPr lang="pt-PT" dirty="0"/>
          </a:p>
        </p:txBody>
      </p:sp>
    </p:spTree>
    <p:extLst>
      <p:ext uri="{BB962C8B-B14F-4D97-AF65-F5344CB8AC3E}">
        <p14:creationId xmlns:p14="http://schemas.microsoft.com/office/powerpoint/2010/main" val="602729711"/>
      </p:ext>
    </p:extLst>
  </p:cSld>
  <p:clrMap bg1="lt1" tx1="dk1" bg2="lt2" tx2="dk2" accent1="accent1" accent2="accent2" accent3="accent3" accent4="accent4" accent5="accent5" accent6="accent6" hlink="hlink" folHlink="folHlink"/>
  <p:hf hdr="0" ftr="0" dt="0"/>
  <p:notesStyle>
    <a:lvl1pPr marL="0" algn="l" defTabSz="914348" rtl="0" eaLnBrk="1" latinLnBrk="0" hangingPunct="1">
      <a:defRPr sz="1200" kern="1200">
        <a:solidFill>
          <a:schemeClr val="tx1"/>
        </a:solidFill>
        <a:latin typeface="+mn-lt"/>
        <a:ea typeface="+mn-ea"/>
        <a:cs typeface="+mn-cs"/>
      </a:defRPr>
    </a:lvl1pPr>
    <a:lvl2pPr marL="457174" algn="l" defTabSz="914348" rtl="0" eaLnBrk="1" latinLnBrk="0" hangingPunct="1">
      <a:defRPr sz="1200" kern="1200">
        <a:solidFill>
          <a:schemeClr val="tx1"/>
        </a:solidFill>
        <a:latin typeface="+mn-lt"/>
        <a:ea typeface="+mn-ea"/>
        <a:cs typeface="+mn-cs"/>
      </a:defRPr>
    </a:lvl2pPr>
    <a:lvl3pPr marL="914348" algn="l" defTabSz="914348" rtl="0" eaLnBrk="1" latinLnBrk="0" hangingPunct="1">
      <a:defRPr sz="1200" kern="1200">
        <a:solidFill>
          <a:schemeClr val="tx1"/>
        </a:solidFill>
        <a:latin typeface="+mn-lt"/>
        <a:ea typeface="+mn-ea"/>
        <a:cs typeface="+mn-cs"/>
      </a:defRPr>
    </a:lvl3pPr>
    <a:lvl4pPr marL="1371521" algn="l" defTabSz="914348" rtl="0" eaLnBrk="1" latinLnBrk="0" hangingPunct="1">
      <a:defRPr sz="1200" kern="1200">
        <a:solidFill>
          <a:schemeClr val="tx1"/>
        </a:solidFill>
        <a:latin typeface="+mn-lt"/>
        <a:ea typeface="+mn-ea"/>
        <a:cs typeface="+mn-cs"/>
      </a:defRPr>
    </a:lvl4pPr>
    <a:lvl5pPr marL="1828696" algn="l" defTabSz="914348" rtl="0" eaLnBrk="1" latinLnBrk="0" hangingPunct="1">
      <a:defRPr sz="1200" kern="1200">
        <a:solidFill>
          <a:schemeClr val="tx1"/>
        </a:solidFill>
        <a:latin typeface="+mn-lt"/>
        <a:ea typeface="+mn-ea"/>
        <a:cs typeface="+mn-cs"/>
      </a:defRPr>
    </a:lvl5pPr>
    <a:lvl6pPr marL="2285870" algn="l" defTabSz="914348" rtl="0" eaLnBrk="1" latinLnBrk="0" hangingPunct="1">
      <a:defRPr sz="1200" kern="1200">
        <a:solidFill>
          <a:schemeClr val="tx1"/>
        </a:solidFill>
        <a:latin typeface="+mn-lt"/>
        <a:ea typeface="+mn-ea"/>
        <a:cs typeface="+mn-cs"/>
      </a:defRPr>
    </a:lvl6pPr>
    <a:lvl7pPr marL="2743043" algn="l" defTabSz="914348" rtl="0" eaLnBrk="1" latinLnBrk="0" hangingPunct="1">
      <a:defRPr sz="1200" kern="1200">
        <a:solidFill>
          <a:schemeClr val="tx1"/>
        </a:solidFill>
        <a:latin typeface="+mn-lt"/>
        <a:ea typeface="+mn-ea"/>
        <a:cs typeface="+mn-cs"/>
      </a:defRPr>
    </a:lvl7pPr>
    <a:lvl8pPr marL="3200218" algn="l" defTabSz="914348" rtl="0" eaLnBrk="1" latinLnBrk="0" hangingPunct="1">
      <a:defRPr sz="1200" kern="1200">
        <a:solidFill>
          <a:schemeClr val="tx1"/>
        </a:solidFill>
        <a:latin typeface="+mn-lt"/>
        <a:ea typeface="+mn-ea"/>
        <a:cs typeface="+mn-cs"/>
      </a:defRPr>
    </a:lvl8pPr>
    <a:lvl9pPr marL="3657391" algn="l" defTabSz="91434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D645B592-8806-4B95-BE51-56800D24A9A2}" type="slidenum">
              <a:rPr lang="pt-PT" smtClean="0"/>
              <a:t>2</a:t>
            </a:fld>
            <a:endParaRPr lang="pt-PT" dirty="0"/>
          </a:p>
        </p:txBody>
      </p:sp>
    </p:spTree>
    <p:extLst>
      <p:ext uri="{BB962C8B-B14F-4D97-AF65-F5344CB8AC3E}">
        <p14:creationId xmlns:p14="http://schemas.microsoft.com/office/powerpoint/2010/main" val="32412893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o de Título">
    <p:spTree>
      <p:nvGrpSpPr>
        <p:cNvPr id="1" name=""/>
        <p:cNvGrpSpPr/>
        <p:nvPr/>
      </p:nvGrpSpPr>
      <p:grpSpPr>
        <a:xfrm>
          <a:off x="0" y="0"/>
          <a:ext cx="0" cy="0"/>
          <a:chOff x="0" y="0"/>
          <a:chExt cx="0" cy="0"/>
        </a:xfrm>
      </p:grpSpPr>
      <p:pic>
        <p:nvPicPr>
          <p:cNvPr id="13" name="Imagem 12" descr="Uma imagem com logótipo, captura de ecrã, Gráficos, design&#10;&#10;Descrição gerada automaticamente">
            <a:extLst>
              <a:ext uri="{FF2B5EF4-FFF2-40B4-BE49-F238E27FC236}">
                <a16:creationId xmlns:a16="http://schemas.microsoft.com/office/drawing/2014/main" id="{B036E3B4-0A9A-D180-E67B-6672503A6D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675" y="-85725"/>
            <a:ext cx="12260263" cy="7019925"/>
          </a:xfrm>
          <a:prstGeom prst="rect">
            <a:avLst/>
          </a:prstGeom>
        </p:spPr>
      </p:pic>
      <p:sp>
        <p:nvSpPr>
          <p:cNvPr id="12" name="Marcador de Posição do Texto 10">
            <a:extLst>
              <a:ext uri="{FF2B5EF4-FFF2-40B4-BE49-F238E27FC236}">
                <a16:creationId xmlns:a16="http://schemas.microsoft.com/office/drawing/2014/main" id="{620E9007-862A-4E4E-808D-53FFACB9C85B}"/>
              </a:ext>
            </a:extLst>
          </p:cNvPr>
          <p:cNvSpPr>
            <a:spLocks noGrp="1"/>
          </p:cNvSpPr>
          <p:nvPr>
            <p:ph type="body" sz="quarter" idx="10" hasCustomPrompt="1"/>
          </p:nvPr>
        </p:nvSpPr>
        <p:spPr>
          <a:xfrm>
            <a:off x="7620886" y="907079"/>
            <a:ext cx="3890217" cy="822789"/>
          </a:xfrm>
          <a:prstGeom prst="rect">
            <a:avLst/>
          </a:prstGeom>
        </p:spPr>
        <p:txBody>
          <a:bodyPr lIns="0" tIns="0" rIns="0" bIns="0" anchor="t"/>
          <a:lstStyle>
            <a:lvl1pPr marL="0" indent="0" algn="r">
              <a:buNone/>
              <a:defRPr sz="4000">
                <a:solidFill>
                  <a:schemeClr val="tx2"/>
                </a:solidFill>
                <a:latin typeface="+mj-lt"/>
              </a:defRPr>
            </a:lvl1pPr>
            <a:lvl2pPr marL="428585" indent="0">
              <a:buNone/>
              <a:defRPr sz="2160">
                <a:solidFill>
                  <a:schemeClr val="tx2"/>
                </a:solidFill>
                <a:latin typeface="+mj-lt"/>
              </a:defRPr>
            </a:lvl2pPr>
            <a:lvl3pPr marL="857169" indent="0">
              <a:buNone/>
              <a:defRPr sz="2160">
                <a:solidFill>
                  <a:schemeClr val="tx2"/>
                </a:solidFill>
                <a:latin typeface="+mj-lt"/>
              </a:defRPr>
            </a:lvl3pPr>
            <a:lvl4pPr marL="1285754" indent="0">
              <a:buNone/>
              <a:defRPr sz="2160">
                <a:solidFill>
                  <a:schemeClr val="tx2"/>
                </a:solidFill>
                <a:latin typeface="+mj-lt"/>
              </a:defRPr>
            </a:lvl4pPr>
            <a:lvl5pPr marL="1714339" indent="0">
              <a:buNone/>
              <a:defRPr sz="2160">
                <a:solidFill>
                  <a:schemeClr val="tx2"/>
                </a:solidFill>
                <a:latin typeface="+mj-lt"/>
              </a:defRPr>
            </a:lvl5pPr>
          </a:lstStyle>
          <a:p>
            <a:pPr lvl="0"/>
            <a:r>
              <a:rPr lang="pt-PT" dirty="0" err="1"/>
              <a:t>Cofomark</a:t>
            </a:r>
            <a:endParaRPr lang="pt-PT" dirty="0"/>
          </a:p>
        </p:txBody>
      </p:sp>
      <p:sp>
        <p:nvSpPr>
          <p:cNvPr id="2" name="CaixaDeTexto 1">
            <a:extLst>
              <a:ext uri="{FF2B5EF4-FFF2-40B4-BE49-F238E27FC236}">
                <a16:creationId xmlns:a16="http://schemas.microsoft.com/office/drawing/2014/main" id="{17AC7D38-054C-D73C-439B-3FEE6269466D}"/>
              </a:ext>
            </a:extLst>
          </p:cNvPr>
          <p:cNvSpPr txBox="1"/>
          <p:nvPr userDrawn="1"/>
        </p:nvSpPr>
        <p:spPr>
          <a:xfrm>
            <a:off x="276225" y="257175"/>
            <a:ext cx="6305550" cy="1938992"/>
          </a:xfrm>
          <a:prstGeom prst="rect">
            <a:avLst/>
          </a:prstGeom>
          <a:noFill/>
        </p:spPr>
        <p:txBody>
          <a:bodyPr wrap="square" rtlCol="0">
            <a:spAutoFit/>
          </a:bodyPr>
          <a:lstStyle/>
          <a:p>
            <a:r>
              <a:rPr lang="pt-PT" sz="4000" dirty="0">
                <a:solidFill>
                  <a:schemeClr val="bg1"/>
                </a:solidFill>
                <a:latin typeface="Bahnschrift" panose="020B0502040204020203" pitchFamily="34" charset="0"/>
              </a:rPr>
              <a:t>Accounting dedicated</a:t>
            </a:r>
            <a:br>
              <a:rPr lang="pt-PT" sz="4000" dirty="0">
                <a:solidFill>
                  <a:schemeClr val="bg1"/>
                </a:solidFill>
                <a:latin typeface="Bahnschrift" panose="020B0502040204020203" pitchFamily="34" charset="0"/>
              </a:rPr>
            </a:br>
            <a:r>
              <a:rPr lang="pt-PT" sz="4000" dirty="0">
                <a:solidFill>
                  <a:schemeClr val="bg1"/>
                </a:solidFill>
                <a:latin typeface="Bahnschrift" panose="020B0502040204020203" pitchFamily="34" charset="0"/>
              </a:rPr>
              <a:t>to protecting your interests</a:t>
            </a:r>
          </a:p>
        </p:txBody>
      </p:sp>
      <p:sp>
        <p:nvSpPr>
          <p:cNvPr id="5" name="CaixaDeTexto 4">
            <a:extLst>
              <a:ext uri="{FF2B5EF4-FFF2-40B4-BE49-F238E27FC236}">
                <a16:creationId xmlns:a16="http://schemas.microsoft.com/office/drawing/2014/main" id="{9E405245-7D6B-BFF4-4CA0-2358C460C198}"/>
              </a:ext>
            </a:extLst>
          </p:cNvPr>
          <p:cNvSpPr txBox="1"/>
          <p:nvPr userDrawn="1"/>
        </p:nvSpPr>
        <p:spPr>
          <a:xfrm>
            <a:off x="276225" y="2600325"/>
            <a:ext cx="5448300" cy="1323439"/>
          </a:xfrm>
          <a:prstGeom prst="rect">
            <a:avLst/>
          </a:prstGeom>
          <a:noFill/>
        </p:spPr>
        <p:txBody>
          <a:bodyPr wrap="square" rtlCol="0">
            <a:spAutoFit/>
          </a:bodyPr>
          <a:lstStyle/>
          <a:p>
            <a:r>
              <a:rPr lang="pt-PT" sz="1600" dirty="0">
                <a:solidFill>
                  <a:schemeClr val="bg1"/>
                </a:solidFill>
                <a:latin typeface="Bahnschrift" panose="020B0502040204020203" pitchFamily="34" charset="0"/>
              </a:rPr>
              <a:t>Our goal is to build transparent relationships with our clients, ensure efficiency in the methods we apply and, above all, create relationships of reciprocity that allow businesses to reach their full potential.</a:t>
            </a:r>
          </a:p>
        </p:txBody>
      </p:sp>
      <p:sp>
        <p:nvSpPr>
          <p:cNvPr id="7" name="CaixaDeTexto 6">
            <a:extLst>
              <a:ext uri="{FF2B5EF4-FFF2-40B4-BE49-F238E27FC236}">
                <a16:creationId xmlns:a16="http://schemas.microsoft.com/office/drawing/2014/main" id="{07541C1D-6199-1235-4BF3-35B2F911C76A}"/>
              </a:ext>
            </a:extLst>
          </p:cNvPr>
          <p:cNvSpPr txBox="1"/>
          <p:nvPr userDrawn="1"/>
        </p:nvSpPr>
        <p:spPr>
          <a:xfrm>
            <a:off x="276225" y="6315075"/>
            <a:ext cx="2066925" cy="507831"/>
          </a:xfrm>
          <a:prstGeom prst="rect">
            <a:avLst/>
          </a:prstGeom>
          <a:noFill/>
        </p:spPr>
        <p:txBody>
          <a:bodyPr wrap="square" rtlCol="0">
            <a:spAutoFit/>
          </a:bodyPr>
          <a:lstStyle/>
          <a:p>
            <a:r>
              <a:rPr lang="pt-PT" sz="900" dirty="0">
                <a:solidFill>
                  <a:schemeClr val="bg1"/>
                </a:solidFill>
                <a:latin typeface="Bahnschrift" panose="020B0502040204020203" pitchFamily="34" charset="0"/>
              </a:rPr>
              <a:t>CS </a:t>
            </a:r>
            <a:r>
              <a:rPr lang="pt-PT" sz="900" dirty="0" err="1">
                <a:solidFill>
                  <a:schemeClr val="bg1"/>
                </a:solidFill>
                <a:latin typeface="Bahnschrift" panose="020B0502040204020203" pitchFamily="34" charset="0"/>
              </a:rPr>
              <a:t>Consulting</a:t>
            </a:r>
            <a:br>
              <a:rPr lang="pt-PT" sz="900" dirty="0">
                <a:solidFill>
                  <a:schemeClr val="bg1"/>
                </a:solidFill>
                <a:latin typeface="Bahnschrift" panose="020B0502040204020203" pitchFamily="34" charset="0"/>
              </a:rPr>
            </a:br>
            <a:r>
              <a:rPr lang="pt-PT" sz="900" dirty="0">
                <a:solidFill>
                  <a:schemeClr val="bg1"/>
                </a:solidFill>
                <a:latin typeface="Bahnschrift" panose="020B0502040204020203" pitchFamily="34" charset="0"/>
              </a:rPr>
              <a:t>Alameda António Sérgio, 7, 2ºG</a:t>
            </a:r>
            <a:br>
              <a:rPr lang="pt-PT" sz="900" dirty="0">
                <a:solidFill>
                  <a:schemeClr val="bg1"/>
                </a:solidFill>
                <a:latin typeface="Bahnschrift" panose="020B0502040204020203" pitchFamily="34" charset="0"/>
              </a:rPr>
            </a:br>
            <a:r>
              <a:rPr lang="pt-PT" sz="900" dirty="0">
                <a:solidFill>
                  <a:schemeClr val="bg1"/>
                </a:solidFill>
                <a:latin typeface="Bahnschrift" panose="020B0502040204020203" pitchFamily="34" charset="0"/>
              </a:rPr>
              <a:t>2795-023 Linda-a-Velha</a:t>
            </a:r>
          </a:p>
        </p:txBody>
      </p:sp>
      <p:sp>
        <p:nvSpPr>
          <p:cNvPr id="9" name="CaixaDeTexto 8">
            <a:extLst>
              <a:ext uri="{FF2B5EF4-FFF2-40B4-BE49-F238E27FC236}">
                <a16:creationId xmlns:a16="http://schemas.microsoft.com/office/drawing/2014/main" id="{0CC7E158-2157-B505-3A49-B9DE613DB263}"/>
              </a:ext>
            </a:extLst>
          </p:cNvPr>
          <p:cNvSpPr txBox="1"/>
          <p:nvPr userDrawn="1"/>
        </p:nvSpPr>
        <p:spPr>
          <a:xfrm>
            <a:off x="2476500" y="6315075"/>
            <a:ext cx="2066925" cy="507831"/>
          </a:xfrm>
          <a:prstGeom prst="rect">
            <a:avLst/>
          </a:prstGeom>
          <a:noFill/>
        </p:spPr>
        <p:txBody>
          <a:bodyPr wrap="square" rtlCol="0">
            <a:spAutoFit/>
          </a:bodyPr>
          <a:lstStyle/>
          <a:p>
            <a:r>
              <a:rPr lang="pt-PT" sz="900" dirty="0">
                <a:solidFill>
                  <a:schemeClr val="bg1"/>
                </a:solidFill>
                <a:latin typeface="Bahnschrift" panose="020B0502040204020203" pitchFamily="34" charset="0"/>
              </a:rPr>
              <a:t>(+351) 928 166 443</a:t>
            </a:r>
            <a:br>
              <a:rPr lang="pt-PT" sz="900" dirty="0">
                <a:solidFill>
                  <a:schemeClr val="bg1"/>
                </a:solidFill>
                <a:latin typeface="Bahnschrift" panose="020B0502040204020203" pitchFamily="34" charset="0"/>
              </a:rPr>
            </a:br>
            <a:r>
              <a:rPr lang="pt-PT" sz="900" dirty="0">
                <a:solidFill>
                  <a:schemeClr val="bg1"/>
                </a:solidFill>
                <a:latin typeface="Bahnschrift" panose="020B0502040204020203" pitchFamily="34" charset="0"/>
              </a:rPr>
              <a:t>(+351) 928 162 413</a:t>
            </a:r>
            <a:br>
              <a:rPr lang="pt-PT" sz="900" dirty="0">
                <a:solidFill>
                  <a:schemeClr val="bg1"/>
                </a:solidFill>
                <a:latin typeface="Bahnschrift" panose="020B0502040204020203" pitchFamily="34" charset="0"/>
              </a:rPr>
            </a:br>
            <a:r>
              <a:rPr lang="pt-PT" sz="900" dirty="0">
                <a:solidFill>
                  <a:schemeClr val="bg1"/>
                </a:solidFill>
                <a:latin typeface="Bahnschrift" panose="020B0502040204020203" pitchFamily="34" charset="0"/>
              </a:rPr>
              <a:t>geral@cs-consulting.pt</a:t>
            </a:r>
          </a:p>
        </p:txBody>
      </p:sp>
      <p:sp>
        <p:nvSpPr>
          <p:cNvPr id="10" name="CaixaDeTexto 9">
            <a:extLst>
              <a:ext uri="{FF2B5EF4-FFF2-40B4-BE49-F238E27FC236}">
                <a16:creationId xmlns:a16="http://schemas.microsoft.com/office/drawing/2014/main" id="{B4C5CB83-242E-4C29-8CF0-98BEA6C41D95}"/>
              </a:ext>
            </a:extLst>
          </p:cNvPr>
          <p:cNvSpPr txBox="1"/>
          <p:nvPr userDrawn="1"/>
        </p:nvSpPr>
        <p:spPr>
          <a:xfrm>
            <a:off x="4400550" y="6315075"/>
            <a:ext cx="2066925" cy="507831"/>
          </a:xfrm>
          <a:prstGeom prst="rect">
            <a:avLst/>
          </a:prstGeom>
          <a:noFill/>
        </p:spPr>
        <p:txBody>
          <a:bodyPr wrap="square" rtlCol="0">
            <a:spAutoFit/>
          </a:bodyPr>
          <a:lstStyle/>
          <a:p>
            <a:br>
              <a:rPr lang="pt-PT" sz="900" dirty="0">
                <a:solidFill>
                  <a:schemeClr val="bg1"/>
                </a:solidFill>
                <a:latin typeface="Bahnschrift" panose="020B0502040204020203" pitchFamily="34" charset="0"/>
              </a:rPr>
            </a:br>
            <a:br>
              <a:rPr lang="pt-PT" sz="900" dirty="0">
                <a:solidFill>
                  <a:schemeClr val="bg1"/>
                </a:solidFill>
                <a:latin typeface="Bahnschrift" panose="020B0502040204020203" pitchFamily="34" charset="0"/>
              </a:rPr>
            </a:br>
            <a:r>
              <a:rPr lang="pt-PT" sz="900" dirty="0">
                <a:solidFill>
                  <a:schemeClr val="bg1"/>
                </a:solidFill>
                <a:latin typeface="Bahnschrift" panose="020B0502040204020203" pitchFamily="34" charset="0"/>
              </a:rPr>
              <a:t>www.cs-consulting.pt</a:t>
            </a:r>
          </a:p>
        </p:txBody>
      </p:sp>
      <p:pic>
        <p:nvPicPr>
          <p:cNvPr id="14" name="Imagem 13" descr="Uma imagem com Tipo de letra, Gráficos, captura de ecrã, logótipo&#10;&#10;Descrição gerada automaticamente">
            <a:extLst>
              <a:ext uri="{FF2B5EF4-FFF2-40B4-BE49-F238E27FC236}">
                <a16:creationId xmlns:a16="http://schemas.microsoft.com/office/drawing/2014/main" id="{8780CF95-4D78-2CBC-847A-A9EBFBA9C498}"/>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3405" t="31807" r="13394" b="32570"/>
          <a:stretch/>
        </p:blipFill>
        <p:spPr bwMode="auto">
          <a:xfrm>
            <a:off x="7782811" y="5950921"/>
            <a:ext cx="4308021" cy="87198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8456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ágina_texto_3_colunas">
    <p:spTree>
      <p:nvGrpSpPr>
        <p:cNvPr id="1" name=""/>
        <p:cNvGrpSpPr/>
        <p:nvPr/>
      </p:nvGrpSpPr>
      <p:grpSpPr>
        <a:xfrm>
          <a:off x="0" y="0"/>
          <a:ext cx="0" cy="0"/>
          <a:chOff x="0" y="0"/>
          <a:chExt cx="0" cy="0"/>
        </a:xfrm>
      </p:grpSpPr>
      <p:sp>
        <p:nvSpPr>
          <p:cNvPr id="5" name="Marcador de Posição do Texto 4">
            <a:extLst>
              <a:ext uri="{FF2B5EF4-FFF2-40B4-BE49-F238E27FC236}">
                <a16:creationId xmlns:a16="http://schemas.microsoft.com/office/drawing/2014/main" id="{1D5BEBA1-2D7D-4FB4-91CE-8774E7C93185}"/>
              </a:ext>
            </a:extLst>
          </p:cNvPr>
          <p:cNvSpPr>
            <a:spLocks noGrp="1"/>
          </p:cNvSpPr>
          <p:nvPr>
            <p:ph type="body" sz="quarter" idx="11" hasCustomPrompt="1"/>
          </p:nvPr>
        </p:nvSpPr>
        <p:spPr>
          <a:xfrm>
            <a:off x="584067" y="2148262"/>
            <a:ext cx="11021241" cy="3453203"/>
          </a:xfrm>
          <a:prstGeom prst="rect">
            <a:avLst/>
          </a:prstGeom>
          <a:noFill/>
        </p:spPr>
        <p:txBody>
          <a:bodyPr lIns="0" tIns="0" rIns="0" bIns="0" numCol="3" spcCol="255600"/>
          <a:lstStyle>
            <a:lvl1pPr marL="0" indent="0">
              <a:lnSpc>
                <a:spcPts val="1530"/>
              </a:lnSpc>
              <a:spcBef>
                <a:spcPts val="1440"/>
              </a:spcBef>
              <a:buNone/>
              <a:defRPr sz="1080"/>
            </a:lvl1pPr>
            <a:lvl2pPr marL="411389" indent="0">
              <a:buNone/>
              <a:defRPr/>
            </a:lvl2pPr>
            <a:lvl3pPr marL="822777" indent="0">
              <a:buNone/>
              <a:defRPr/>
            </a:lvl3pPr>
            <a:lvl4pPr marL="1234166" indent="0">
              <a:buNone/>
              <a:defRPr/>
            </a:lvl4pPr>
            <a:lvl5pPr marL="1645554" indent="0">
              <a:buNone/>
              <a:defRPr/>
            </a:lvl5pPr>
          </a:lstStyle>
          <a:p>
            <a:pPr lvl="0"/>
            <a:r>
              <a:rPr lang="pt-PT" dirty="0"/>
              <a:t>Editar os estilos de texto do Modelo Global</a:t>
            </a:r>
          </a:p>
        </p:txBody>
      </p:sp>
      <p:sp>
        <p:nvSpPr>
          <p:cNvPr id="6" name="Marcador de Posição do Número do Diapositivo 12">
            <a:extLst>
              <a:ext uri="{FF2B5EF4-FFF2-40B4-BE49-F238E27FC236}">
                <a16:creationId xmlns:a16="http://schemas.microsoft.com/office/drawing/2014/main" id="{4DC487D5-36F2-4C2E-8C93-9B6BDB2D54AA}"/>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sp>
        <p:nvSpPr>
          <p:cNvPr id="8" name="Marcador de Posição de Conteúdo 2">
            <a:extLst>
              <a:ext uri="{FF2B5EF4-FFF2-40B4-BE49-F238E27FC236}">
                <a16:creationId xmlns:a16="http://schemas.microsoft.com/office/drawing/2014/main" id="{7141BCA9-F268-4B0C-86E7-695CAEF4103A}"/>
              </a:ext>
            </a:extLst>
          </p:cNvPr>
          <p:cNvSpPr>
            <a:spLocks noGrp="1"/>
          </p:cNvSpPr>
          <p:nvPr>
            <p:ph sz="quarter" idx="10" hasCustomPrompt="1"/>
          </p:nvPr>
        </p:nvSpPr>
        <p:spPr>
          <a:xfrm>
            <a:off x="584067" y="1313987"/>
            <a:ext cx="6264824" cy="364256"/>
          </a:xfrm>
          <a:prstGeom prst="rect">
            <a:avLst/>
          </a:prstGeom>
        </p:spPr>
        <p:txBody>
          <a:bodyPr lIns="0" tIns="0" rIns="0" bIns="0" anchor="ctr"/>
          <a:lstStyle>
            <a:lvl1pPr marL="0" indent="0">
              <a:buNone/>
              <a:defRPr sz="2160">
                <a:solidFill>
                  <a:srgbClr val="202945"/>
                </a:solidFill>
                <a:latin typeface="+mj-lt"/>
              </a:defRPr>
            </a:lvl1pPr>
            <a:lvl2pPr marL="411389" indent="0">
              <a:buNone/>
              <a:defRPr sz="1800">
                <a:solidFill>
                  <a:schemeClr val="accent1"/>
                </a:solidFill>
                <a:latin typeface="+mj-lt"/>
              </a:defRPr>
            </a:lvl2pPr>
            <a:lvl3pPr marL="822777" indent="0">
              <a:buNone/>
              <a:defRPr sz="1800">
                <a:solidFill>
                  <a:schemeClr val="accent1"/>
                </a:solidFill>
                <a:latin typeface="+mj-lt"/>
              </a:defRPr>
            </a:lvl3pPr>
            <a:lvl4pPr marL="1234166" indent="0">
              <a:buNone/>
              <a:defRPr sz="1800">
                <a:solidFill>
                  <a:schemeClr val="accent1"/>
                </a:solidFill>
                <a:latin typeface="+mj-lt"/>
              </a:defRPr>
            </a:lvl4pPr>
            <a:lvl5pPr marL="1645554" indent="0">
              <a:buNone/>
              <a:defRPr sz="1800">
                <a:solidFill>
                  <a:schemeClr val="accent1"/>
                </a:solidFill>
                <a:latin typeface="+mj-lt"/>
              </a:defRPr>
            </a:lvl5pPr>
          </a:lstStyle>
          <a:p>
            <a:pPr lvl="0"/>
            <a:r>
              <a:rPr lang="pt-PT" dirty="0"/>
              <a:t>Editar os estilos de texto do Modelo Global</a:t>
            </a:r>
          </a:p>
        </p:txBody>
      </p:sp>
    </p:spTree>
    <p:extLst>
      <p:ext uri="{BB962C8B-B14F-4D97-AF65-F5344CB8AC3E}">
        <p14:creationId xmlns:p14="http://schemas.microsoft.com/office/powerpoint/2010/main" val="784742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ágina_texto_gráfico">
    <p:spTree>
      <p:nvGrpSpPr>
        <p:cNvPr id="1" name=""/>
        <p:cNvGrpSpPr/>
        <p:nvPr/>
      </p:nvGrpSpPr>
      <p:grpSpPr>
        <a:xfrm>
          <a:off x="0" y="0"/>
          <a:ext cx="0" cy="0"/>
          <a:chOff x="0" y="0"/>
          <a:chExt cx="0" cy="0"/>
        </a:xfrm>
      </p:grpSpPr>
      <p:sp>
        <p:nvSpPr>
          <p:cNvPr id="5" name="Marcador de Posição do Texto 4">
            <a:extLst>
              <a:ext uri="{FF2B5EF4-FFF2-40B4-BE49-F238E27FC236}">
                <a16:creationId xmlns:a16="http://schemas.microsoft.com/office/drawing/2014/main" id="{1D5BEBA1-2D7D-4FB4-91CE-8774E7C93185}"/>
              </a:ext>
            </a:extLst>
          </p:cNvPr>
          <p:cNvSpPr>
            <a:spLocks noGrp="1"/>
          </p:cNvSpPr>
          <p:nvPr>
            <p:ph type="body" sz="quarter" idx="11" hasCustomPrompt="1"/>
          </p:nvPr>
        </p:nvSpPr>
        <p:spPr>
          <a:xfrm>
            <a:off x="584068" y="2148262"/>
            <a:ext cx="4043131" cy="3447531"/>
          </a:xfrm>
          <a:prstGeom prst="rect">
            <a:avLst/>
          </a:prstGeom>
          <a:noFill/>
        </p:spPr>
        <p:txBody>
          <a:bodyPr lIns="0" tIns="0" rIns="0" bIns="0" numCol="1" spcCol="255600"/>
          <a:lstStyle>
            <a:lvl1pPr marL="0" indent="0">
              <a:lnSpc>
                <a:spcPts val="1530"/>
              </a:lnSpc>
              <a:spcBef>
                <a:spcPts val="1440"/>
              </a:spcBef>
              <a:buNone/>
              <a:defRPr sz="1080"/>
            </a:lvl1pPr>
            <a:lvl2pPr marL="411389" indent="0">
              <a:buNone/>
              <a:defRPr/>
            </a:lvl2pPr>
            <a:lvl3pPr marL="822777" indent="0">
              <a:buNone/>
              <a:defRPr/>
            </a:lvl3pPr>
            <a:lvl4pPr marL="1234166" indent="0">
              <a:buNone/>
              <a:defRPr/>
            </a:lvl4pPr>
            <a:lvl5pPr marL="1645554" indent="0">
              <a:buNone/>
              <a:defRPr/>
            </a:lvl5pPr>
          </a:lstStyle>
          <a:p>
            <a:pPr lvl="0"/>
            <a:r>
              <a:rPr lang="pt-PT"/>
              <a:t>Editar os estilos de texto do Modelo Global</a:t>
            </a:r>
          </a:p>
        </p:txBody>
      </p:sp>
      <p:sp>
        <p:nvSpPr>
          <p:cNvPr id="8" name="Marcador de Posição do Gráfico 7">
            <a:extLst>
              <a:ext uri="{FF2B5EF4-FFF2-40B4-BE49-F238E27FC236}">
                <a16:creationId xmlns:a16="http://schemas.microsoft.com/office/drawing/2014/main" id="{1B348BF0-68B4-4596-936B-B7D64BB440D0}"/>
              </a:ext>
            </a:extLst>
          </p:cNvPr>
          <p:cNvSpPr>
            <a:spLocks noGrp="1"/>
          </p:cNvSpPr>
          <p:nvPr>
            <p:ph type="chart" sz="quarter" idx="13"/>
          </p:nvPr>
        </p:nvSpPr>
        <p:spPr>
          <a:xfrm>
            <a:off x="5394909" y="2148261"/>
            <a:ext cx="5674782" cy="3447530"/>
          </a:xfrm>
          <a:prstGeom prst="rect">
            <a:avLst/>
          </a:prstGeom>
        </p:spPr>
        <p:txBody>
          <a:bodyPr lIns="0" tIns="0" rIns="0" bIns="0"/>
          <a:lstStyle/>
          <a:p>
            <a:endParaRPr lang="pt-PT" dirty="0"/>
          </a:p>
        </p:txBody>
      </p:sp>
      <p:sp>
        <p:nvSpPr>
          <p:cNvPr id="6" name="Marcador de Posição do Número do Diapositivo 12">
            <a:extLst>
              <a:ext uri="{FF2B5EF4-FFF2-40B4-BE49-F238E27FC236}">
                <a16:creationId xmlns:a16="http://schemas.microsoft.com/office/drawing/2014/main" id="{2947989A-C01F-4C00-9263-9E56759C8731}"/>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sp>
        <p:nvSpPr>
          <p:cNvPr id="9" name="Marcador de Posição de Conteúdo 2">
            <a:extLst>
              <a:ext uri="{FF2B5EF4-FFF2-40B4-BE49-F238E27FC236}">
                <a16:creationId xmlns:a16="http://schemas.microsoft.com/office/drawing/2014/main" id="{1D7C22C2-B650-4F4F-B1E4-46A707E8E91C}"/>
              </a:ext>
            </a:extLst>
          </p:cNvPr>
          <p:cNvSpPr>
            <a:spLocks noGrp="1"/>
          </p:cNvSpPr>
          <p:nvPr>
            <p:ph sz="quarter" idx="10" hasCustomPrompt="1"/>
          </p:nvPr>
        </p:nvSpPr>
        <p:spPr>
          <a:xfrm>
            <a:off x="584067" y="1313987"/>
            <a:ext cx="6264824" cy="364256"/>
          </a:xfrm>
          <a:prstGeom prst="rect">
            <a:avLst/>
          </a:prstGeom>
        </p:spPr>
        <p:txBody>
          <a:bodyPr lIns="0" tIns="0" rIns="0" bIns="0" anchor="ctr"/>
          <a:lstStyle>
            <a:lvl1pPr marL="0" indent="0">
              <a:buNone/>
              <a:defRPr sz="2160">
                <a:solidFill>
                  <a:srgbClr val="E60F78"/>
                </a:solidFill>
                <a:latin typeface="+mj-lt"/>
              </a:defRPr>
            </a:lvl1pPr>
            <a:lvl2pPr marL="411389" indent="0">
              <a:buNone/>
              <a:defRPr sz="1800">
                <a:solidFill>
                  <a:schemeClr val="accent1"/>
                </a:solidFill>
                <a:latin typeface="+mj-lt"/>
              </a:defRPr>
            </a:lvl2pPr>
            <a:lvl3pPr marL="822777" indent="0">
              <a:buNone/>
              <a:defRPr sz="1800">
                <a:solidFill>
                  <a:schemeClr val="accent1"/>
                </a:solidFill>
                <a:latin typeface="+mj-lt"/>
              </a:defRPr>
            </a:lvl3pPr>
            <a:lvl4pPr marL="1234166" indent="0">
              <a:buNone/>
              <a:defRPr sz="1800">
                <a:solidFill>
                  <a:schemeClr val="accent1"/>
                </a:solidFill>
                <a:latin typeface="+mj-lt"/>
              </a:defRPr>
            </a:lvl4pPr>
            <a:lvl5pPr marL="1645554" indent="0">
              <a:buNone/>
              <a:defRPr sz="1800">
                <a:solidFill>
                  <a:schemeClr val="accent1"/>
                </a:solidFill>
                <a:latin typeface="+mj-lt"/>
              </a:defRPr>
            </a:lvl5pPr>
          </a:lstStyle>
          <a:p>
            <a:pPr lvl="0"/>
            <a:r>
              <a:rPr lang="pt-PT" dirty="0"/>
              <a:t>Editar os estilos de texto do Modelo Global</a:t>
            </a:r>
          </a:p>
        </p:txBody>
      </p:sp>
    </p:spTree>
    <p:extLst>
      <p:ext uri="{BB962C8B-B14F-4D97-AF65-F5344CB8AC3E}">
        <p14:creationId xmlns:p14="http://schemas.microsoft.com/office/powerpoint/2010/main" val="22701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ágina de agradecimento_FXB">
    <p:spTree>
      <p:nvGrpSpPr>
        <p:cNvPr id="1" name=""/>
        <p:cNvGrpSpPr/>
        <p:nvPr/>
      </p:nvGrpSpPr>
      <p:grpSpPr>
        <a:xfrm>
          <a:off x="0" y="0"/>
          <a:ext cx="0" cy="0"/>
          <a:chOff x="0" y="0"/>
          <a:chExt cx="0" cy="0"/>
        </a:xfrm>
      </p:grpSpPr>
      <p:sp>
        <p:nvSpPr>
          <p:cNvPr id="10" name="Marcador de Posição do Número do Diapositivo 12">
            <a:extLst>
              <a:ext uri="{FF2B5EF4-FFF2-40B4-BE49-F238E27FC236}">
                <a16:creationId xmlns:a16="http://schemas.microsoft.com/office/drawing/2014/main" id="{0555DACB-70A1-4A4F-BBFE-7259F566225D}"/>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cxnSp>
        <p:nvCxnSpPr>
          <p:cNvPr id="13" name="Conexão reta 8">
            <a:extLst>
              <a:ext uri="{FF2B5EF4-FFF2-40B4-BE49-F238E27FC236}">
                <a16:creationId xmlns:a16="http://schemas.microsoft.com/office/drawing/2014/main" id="{60A5F7B2-73B9-C94B-A3CD-C657D005CC0C}"/>
              </a:ext>
            </a:extLst>
          </p:cNvPr>
          <p:cNvCxnSpPr>
            <a:cxnSpLocks/>
          </p:cNvCxnSpPr>
          <p:nvPr userDrawn="1"/>
        </p:nvCxnSpPr>
        <p:spPr>
          <a:xfrm>
            <a:off x="3253497" y="3736095"/>
            <a:ext cx="123828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CaixaDeTexto 7">
            <a:extLst>
              <a:ext uri="{FF2B5EF4-FFF2-40B4-BE49-F238E27FC236}">
                <a16:creationId xmlns:a16="http://schemas.microsoft.com/office/drawing/2014/main" id="{DCF80403-1283-554A-9527-5C31D5BB1972}"/>
              </a:ext>
            </a:extLst>
          </p:cNvPr>
          <p:cNvSpPr txBox="1"/>
          <p:nvPr userDrawn="1"/>
        </p:nvSpPr>
        <p:spPr>
          <a:xfrm>
            <a:off x="3253497" y="3863820"/>
            <a:ext cx="1702800" cy="861774"/>
          </a:xfrm>
          <a:prstGeom prst="rect">
            <a:avLst/>
          </a:prstGeom>
          <a:noFill/>
        </p:spPr>
        <p:txBody>
          <a:bodyPr wrap="square" lIns="0" rIns="0" rtlCol="0">
            <a:spAutoFit/>
          </a:bodyPr>
          <a:lstStyle/>
          <a:p>
            <a:pPr>
              <a:lnSpc>
                <a:spcPts val="1300"/>
              </a:lnSpc>
              <a:spcBef>
                <a:spcPts val="800"/>
              </a:spcBef>
            </a:pPr>
            <a:r>
              <a:rPr lang="pt-PT" sz="800" dirty="0">
                <a:solidFill>
                  <a:schemeClr val="tx2"/>
                </a:solidFill>
                <a:latin typeface="Campton Med" pitchFamily="50" charset="0"/>
              </a:rPr>
              <a:t>CS </a:t>
            </a:r>
            <a:r>
              <a:rPr lang="pt-PT" sz="800" dirty="0" err="1">
                <a:solidFill>
                  <a:schemeClr val="tx2"/>
                </a:solidFill>
                <a:latin typeface="Campton Med" pitchFamily="50" charset="0"/>
              </a:rPr>
              <a:t>Consulting</a:t>
            </a:r>
            <a:endParaRPr lang="pt-PT" sz="800" dirty="0">
              <a:solidFill>
                <a:schemeClr val="tx2"/>
              </a:solidFill>
              <a:latin typeface="Campton Med" pitchFamily="50" charset="0"/>
            </a:endParaRPr>
          </a:p>
          <a:p>
            <a:pPr>
              <a:lnSpc>
                <a:spcPts val="1300"/>
              </a:lnSpc>
              <a:spcBef>
                <a:spcPts val="800"/>
              </a:spcBef>
            </a:pPr>
            <a:br>
              <a:rPr lang="pt-PT" sz="800" dirty="0">
                <a:solidFill>
                  <a:schemeClr val="tx2"/>
                </a:solidFill>
                <a:latin typeface="+mn-lt"/>
              </a:rPr>
            </a:br>
            <a:r>
              <a:rPr lang="pt-PT" sz="800" u="none" dirty="0">
                <a:solidFill>
                  <a:schemeClr val="tx2"/>
                </a:solidFill>
                <a:latin typeface="+mn-lt"/>
              </a:rPr>
              <a:t>geral@cs-consulting.pt</a:t>
            </a:r>
            <a:br>
              <a:rPr lang="pt-PT" sz="800" u="none" dirty="0">
                <a:solidFill>
                  <a:schemeClr val="tx2"/>
                </a:solidFill>
                <a:latin typeface="+mn-lt"/>
              </a:rPr>
            </a:br>
            <a:r>
              <a:rPr lang="pt-PT" sz="800" dirty="0">
                <a:solidFill>
                  <a:schemeClr val="tx2"/>
                </a:solidFill>
                <a:latin typeface="+mn-lt"/>
              </a:rPr>
              <a:t>www.cs-consulting.pt</a:t>
            </a:r>
          </a:p>
        </p:txBody>
      </p:sp>
      <p:sp>
        <p:nvSpPr>
          <p:cNvPr id="21" name="CaixaDeTexto 10">
            <a:extLst>
              <a:ext uri="{FF2B5EF4-FFF2-40B4-BE49-F238E27FC236}">
                <a16:creationId xmlns:a16="http://schemas.microsoft.com/office/drawing/2014/main" id="{F0DF2E40-45E9-F14A-A894-0E542718ADFD}"/>
              </a:ext>
            </a:extLst>
          </p:cNvPr>
          <p:cNvSpPr txBox="1"/>
          <p:nvPr userDrawn="1"/>
        </p:nvSpPr>
        <p:spPr>
          <a:xfrm>
            <a:off x="4752192" y="3863820"/>
            <a:ext cx="1702800" cy="861774"/>
          </a:xfrm>
          <a:prstGeom prst="rect">
            <a:avLst/>
          </a:prstGeom>
          <a:noFill/>
        </p:spPr>
        <p:txBody>
          <a:bodyPr wrap="square" lIns="0" rIns="0" rtlCol="0">
            <a:spAutoFit/>
          </a:bodyPr>
          <a:lstStyle/>
          <a:p>
            <a:pPr>
              <a:lnSpc>
                <a:spcPts val="1300"/>
              </a:lnSpc>
              <a:spcBef>
                <a:spcPts val="800"/>
              </a:spcBef>
            </a:pPr>
            <a:r>
              <a:rPr lang="pt-PT" sz="800" dirty="0">
                <a:solidFill>
                  <a:schemeClr val="tx2"/>
                </a:solidFill>
                <a:latin typeface="Campton Med" pitchFamily="50" charset="0"/>
              </a:rPr>
              <a:t>Rúben Cruz</a:t>
            </a:r>
            <a:br>
              <a:rPr lang="pt-PT" sz="800" dirty="0">
                <a:solidFill>
                  <a:schemeClr val="tx2"/>
                </a:solidFill>
                <a:latin typeface="Campton Med" pitchFamily="50" charset="0"/>
              </a:rPr>
            </a:br>
            <a:r>
              <a:rPr lang="pt-PT" sz="800" dirty="0">
                <a:solidFill>
                  <a:schemeClr val="tx2"/>
                </a:solidFill>
                <a:latin typeface="Campton Med" pitchFamily="50" charset="0"/>
              </a:rPr>
              <a:t>CO-CEO</a:t>
            </a:r>
          </a:p>
          <a:p>
            <a:pPr>
              <a:lnSpc>
                <a:spcPts val="1300"/>
              </a:lnSpc>
              <a:spcBef>
                <a:spcPts val="800"/>
              </a:spcBef>
            </a:pPr>
            <a:r>
              <a:rPr lang="pt-PT" sz="800" dirty="0">
                <a:solidFill>
                  <a:schemeClr val="tx2"/>
                </a:solidFill>
                <a:latin typeface="+mn-lt"/>
              </a:rPr>
              <a:t>(+351) 928 166 443</a:t>
            </a:r>
            <a:br>
              <a:rPr lang="pt-PT" sz="800" dirty="0">
                <a:solidFill>
                  <a:schemeClr val="tx2"/>
                </a:solidFill>
                <a:latin typeface="+mn-lt"/>
              </a:rPr>
            </a:br>
            <a:r>
              <a:rPr lang="pt-PT" sz="800" u="none" dirty="0">
                <a:solidFill>
                  <a:schemeClr val="tx2"/>
                </a:solidFill>
                <a:latin typeface="+mn-lt"/>
              </a:rPr>
              <a:t>Ruben.Cruz@cs-consulting.pt</a:t>
            </a:r>
            <a:endParaRPr lang="pt-PT" sz="800" dirty="0">
              <a:solidFill>
                <a:schemeClr val="tx2"/>
              </a:solidFill>
              <a:latin typeface="+mn-lt"/>
            </a:endParaRPr>
          </a:p>
        </p:txBody>
      </p:sp>
      <p:sp>
        <p:nvSpPr>
          <p:cNvPr id="18" name="CaixaDeTexto 3">
            <a:extLst>
              <a:ext uri="{FF2B5EF4-FFF2-40B4-BE49-F238E27FC236}">
                <a16:creationId xmlns:a16="http://schemas.microsoft.com/office/drawing/2014/main" id="{26FF4A50-9EB8-6F40-B659-222E4D5039BE}"/>
              </a:ext>
            </a:extLst>
          </p:cNvPr>
          <p:cNvSpPr txBox="1"/>
          <p:nvPr userDrawn="1"/>
        </p:nvSpPr>
        <p:spPr>
          <a:xfrm>
            <a:off x="3253497" y="2048865"/>
            <a:ext cx="2056782" cy="769441"/>
          </a:xfrm>
          <a:prstGeom prst="rect">
            <a:avLst/>
          </a:prstGeom>
          <a:noFill/>
        </p:spPr>
        <p:txBody>
          <a:bodyPr wrap="none" lIns="0" rtlCol="0">
            <a:spAutoFit/>
          </a:bodyPr>
          <a:lstStyle/>
          <a:p>
            <a:r>
              <a:rPr lang="pt-PT" sz="4400" kern="1200" spc="-150" dirty="0">
                <a:solidFill>
                  <a:srgbClr val="202945"/>
                </a:solidFill>
                <a:latin typeface="+mj-lt"/>
                <a:ea typeface="+mn-ea"/>
                <a:cs typeface="+mn-cs"/>
              </a:rPr>
              <a:t>Thank you</a:t>
            </a:r>
          </a:p>
        </p:txBody>
      </p:sp>
      <p:sp>
        <p:nvSpPr>
          <p:cNvPr id="19" name="CaixaDeTexto 13">
            <a:extLst>
              <a:ext uri="{FF2B5EF4-FFF2-40B4-BE49-F238E27FC236}">
                <a16:creationId xmlns:a16="http://schemas.microsoft.com/office/drawing/2014/main" id="{D5F01610-79BA-9C42-A083-0E856C067713}"/>
              </a:ext>
            </a:extLst>
          </p:cNvPr>
          <p:cNvSpPr txBox="1"/>
          <p:nvPr userDrawn="1"/>
        </p:nvSpPr>
        <p:spPr>
          <a:xfrm>
            <a:off x="3253497" y="3062986"/>
            <a:ext cx="2497094" cy="313932"/>
          </a:xfrm>
          <a:prstGeom prst="rect">
            <a:avLst/>
          </a:prstGeom>
          <a:noFill/>
        </p:spPr>
        <p:txBody>
          <a:bodyPr wrap="none" lIns="0" rtlCol="0">
            <a:spAutoFit/>
          </a:bodyPr>
          <a:lstStyle/>
          <a:p>
            <a:pPr marL="0" lvl="0" indent="0" algn="l" defTabSz="914400" rtl="0" eaLnBrk="1" latinLnBrk="0" hangingPunct="1">
              <a:lnSpc>
                <a:spcPct val="90000"/>
              </a:lnSpc>
              <a:spcBef>
                <a:spcPts val="1000"/>
              </a:spcBef>
              <a:buFont typeface="Arial" panose="020B0604020202020204" pitchFamily="34" charset="0"/>
              <a:buNone/>
            </a:pPr>
            <a:r>
              <a:rPr lang="pt-PT" sz="1600" kern="1200" dirty="0">
                <a:solidFill>
                  <a:schemeClr val="tx2"/>
                </a:solidFill>
                <a:latin typeface="Campton" pitchFamily="50" charset="0"/>
                <a:ea typeface="+mn-ea"/>
                <a:cs typeface="+mn-cs"/>
              </a:rPr>
              <a:t>We look forward to working with you.</a:t>
            </a:r>
          </a:p>
        </p:txBody>
      </p:sp>
      <p:cxnSp>
        <p:nvCxnSpPr>
          <p:cNvPr id="22" name="Conexão reta 8">
            <a:extLst>
              <a:ext uri="{FF2B5EF4-FFF2-40B4-BE49-F238E27FC236}">
                <a16:creationId xmlns:a16="http://schemas.microsoft.com/office/drawing/2014/main" id="{90591854-4F82-CB46-AA61-A83A2D93793D}"/>
              </a:ext>
            </a:extLst>
          </p:cNvPr>
          <p:cNvCxnSpPr>
            <a:cxnSpLocks/>
          </p:cNvCxnSpPr>
          <p:nvPr userDrawn="1"/>
        </p:nvCxnSpPr>
        <p:spPr>
          <a:xfrm>
            <a:off x="4767002" y="3736095"/>
            <a:ext cx="289418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 name="CaixaDeTexto 10">
            <a:extLst>
              <a:ext uri="{FF2B5EF4-FFF2-40B4-BE49-F238E27FC236}">
                <a16:creationId xmlns:a16="http://schemas.microsoft.com/office/drawing/2014/main" id="{F4AA7B7C-28B7-9560-D70D-53C4917FD5AE}"/>
              </a:ext>
            </a:extLst>
          </p:cNvPr>
          <p:cNvSpPr txBox="1"/>
          <p:nvPr userDrawn="1"/>
        </p:nvSpPr>
        <p:spPr>
          <a:xfrm>
            <a:off x="6333342" y="3863820"/>
            <a:ext cx="1702800" cy="861774"/>
          </a:xfrm>
          <a:prstGeom prst="rect">
            <a:avLst/>
          </a:prstGeom>
          <a:noFill/>
        </p:spPr>
        <p:txBody>
          <a:bodyPr wrap="square" lIns="0" rIns="0" rtlCol="0">
            <a:spAutoFit/>
          </a:bodyPr>
          <a:lstStyle/>
          <a:p>
            <a:pPr>
              <a:lnSpc>
                <a:spcPts val="1300"/>
              </a:lnSpc>
              <a:spcBef>
                <a:spcPts val="800"/>
              </a:spcBef>
            </a:pPr>
            <a:r>
              <a:rPr lang="pt-PT" sz="800" dirty="0">
                <a:solidFill>
                  <a:schemeClr val="tx2"/>
                </a:solidFill>
                <a:latin typeface="Campton Med" pitchFamily="50" charset="0"/>
              </a:rPr>
              <a:t>Tiago Domingues</a:t>
            </a:r>
            <a:br>
              <a:rPr lang="pt-PT" sz="800" dirty="0">
                <a:solidFill>
                  <a:schemeClr val="tx2"/>
                </a:solidFill>
                <a:latin typeface="Campton Med" pitchFamily="50" charset="0"/>
              </a:rPr>
            </a:br>
            <a:r>
              <a:rPr lang="pt-PT" sz="800" dirty="0">
                <a:solidFill>
                  <a:schemeClr val="tx2"/>
                </a:solidFill>
                <a:latin typeface="Campton Med" pitchFamily="50" charset="0"/>
              </a:rPr>
              <a:t>CO-CEO</a:t>
            </a:r>
          </a:p>
          <a:p>
            <a:pPr>
              <a:lnSpc>
                <a:spcPts val="1300"/>
              </a:lnSpc>
              <a:spcBef>
                <a:spcPts val="800"/>
              </a:spcBef>
            </a:pPr>
            <a:r>
              <a:rPr lang="pt-PT" sz="800" dirty="0">
                <a:solidFill>
                  <a:schemeClr val="tx2"/>
                </a:solidFill>
                <a:latin typeface="+mn-lt"/>
              </a:rPr>
              <a:t>(+351) 928 162 413</a:t>
            </a:r>
            <a:br>
              <a:rPr lang="pt-PT" sz="800" dirty="0">
                <a:solidFill>
                  <a:schemeClr val="tx2"/>
                </a:solidFill>
                <a:latin typeface="+mn-lt"/>
              </a:rPr>
            </a:br>
            <a:r>
              <a:rPr lang="pt-PT" sz="800" u="none" dirty="0">
                <a:solidFill>
                  <a:schemeClr val="tx2"/>
                </a:solidFill>
                <a:latin typeface="+mn-lt"/>
              </a:rPr>
              <a:t>Tiago.Domingues@cs-consulting.pt</a:t>
            </a:r>
            <a:endParaRPr lang="pt-PT" sz="800" dirty="0">
              <a:solidFill>
                <a:schemeClr val="tx2"/>
              </a:solidFill>
              <a:latin typeface="+mn-lt"/>
            </a:endParaRPr>
          </a:p>
        </p:txBody>
      </p:sp>
    </p:spTree>
    <p:extLst>
      <p:ext uri="{BB962C8B-B14F-4D97-AF65-F5344CB8AC3E}">
        <p14:creationId xmlns:p14="http://schemas.microsoft.com/office/powerpoint/2010/main" val="217426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ágina_texto_2_colunas">
    <p:spTree>
      <p:nvGrpSpPr>
        <p:cNvPr id="1" name=""/>
        <p:cNvGrpSpPr/>
        <p:nvPr/>
      </p:nvGrpSpPr>
      <p:grpSpPr>
        <a:xfrm>
          <a:off x="0" y="0"/>
          <a:ext cx="0" cy="0"/>
          <a:chOff x="0" y="0"/>
          <a:chExt cx="0" cy="0"/>
        </a:xfrm>
      </p:grpSpPr>
      <p:sp>
        <p:nvSpPr>
          <p:cNvPr id="3" name="Marcador de Posição de Conteúdo 2">
            <a:extLst>
              <a:ext uri="{FF2B5EF4-FFF2-40B4-BE49-F238E27FC236}">
                <a16:creationId xmlns:a16="http://schemas.microsoft.com/office/drawing/2014/main" id="{BDAF3A29-4514-48D0-97C5-C2B7BD29A241}"/>
              </a:ext>
            </a:extLst>
          </p:cNvPr>
          <p:cNvSpPr>
            <a:spLocks noGrp="1"/>
          </p:cNvSpPr>
          <p:nvPr>
            <p:ph sz="quarter" idx="10" hasCustomPrompt="1"/>
          </p:nvPr>
        </p:nvSpPr>
        <p:spPr>
          <a:xfrm>
            <a:off x="584067" y="1313986"/>
            <a:ext cx="6264824" cy="364256"/>
          </a:xfrm>
          <a:prstGeom prst="rect">
            <a:avLst/>
          </a:prstGeom>
        </p:spPr>
        <p:txBody>
          <a:bodyPr lIns="0" tIns="0" rIns="0" bIns="0" anchor="ctr"/>
          <a:lstStyle>
            <a:lvl1pPr marL="0" indent="0">
              <a:buNone/>
              <a:defRPr sz="2160">
                <a:solidFill>
                  <a:srgbClr val="E60F78"/>
                </a:solidFill>
                <a:latin typeface="+mj-lt"/>
              </a:defRPr>
            </a:lvl1pPr>
            <a:lvl2pPr marL="411389" indent="0">
              <a:buNone/>
              <a:defRPr sz="1800">
                <a:solidFill>
                  <a:schemeClr val="accent1"/>
                </a:solidFill>
                <a:latin typeface="+mj-lt"/>
              </a:defRPr>
            </a:lvl2pPr>
            <a:lvl3pPr marL="822777" indent="0">
              <a:buNone/>
              <a:defRPr sz="1800">
                <a:solidFill>
                  <a:schemeClr val="accent1"/>
                </a:solidFill>
                <a:latin typeface="+mj-lt"/>
              </a:defRPr>
            </a:lvl3pPr>
            <a:lvl4pPr marL="1234166" indent="0">
              <a:buNone/>
              <a:defRPr sz="1800">
                <a:solidFill>
                  <a:schemeClr val="accent1"/>
                </a:solidFill>
                <a:latin typeface="+mj-lt"/>
              </a:defRPr>
            </a:lvl4pPr>
            <a:lvl5pPr marL="1645554" indent="0">
              <a:buNone/>
              <a:defRPr sz="1800">
                <a:solidFill>
                  <a:schemeClr val="accent1"/>
                </a:solidFill>
                <a:latin typeface="+mj-lt"/>
              </a:defRPr>
            </a:lvl5pPr>
          </a:lstStyle>
          <a:p>
            <a:pPr lvl="0"/>
            <a:r>
              <a:rPr lang="pt-PT" dirty="0"/>
              <a:t>Editar os estilos de texto do Modelo Global</a:t>
            </a:r>
          </a:p>
        </p:txBody>
      </p:sp>
      <p:sp>
        <p:nvSpPr>
          <p:cNvPr id="6" name="Marcador de Posição do Número do Diapositivo 12">
            <a:extLst>
              <a:ext uri="{FF2B5EF4-FFF2-40B4-BE49-F238E27FC236}">
                <a16:creationId xmlns:a16="http://schemas.microsoft.com/office/drawing/2014/main" id="{F5BDA199-3650-4B8B-A3A7-7023865D89E6}"/>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a:p>
        </p:txBody>
      </p:sp>
      <p:sp>
        <p:nvSpPr>
          <p:cNvPr id="11" name="Marcador de Posição do Texto 4">
            <a:extLst>
              <a:ext uri="{FF2B5EF4-FFF2-40B4-BE49-F238E27FC236}">
                <a16:creationId xmlns:a16="http://schemas.microsoft.com/office/drawing/2014/main" id="{DF2DFC25-220E-4E73-BE81-F21D816D0993}"/>
              </a:ext>
            </a:extLst>
          </p:cNvPr>
          <p:cNvSpPr>
            <a:spLocks noGrp="1"/>
          </p:cNvSpPr>
          <p:nvPr>
            <p:ph type="body" sz="quarter" idx="11" hasCustomPrompt="1"/>
          </p:nvPr>
        </p:nvSpPr>
        <p:spPr>
          <a:xfrm>
            <a:off x="584067" y="2148261"/>
            <a:ext cx="11021241" cy="3453203"/>
          </a:xfrm>
          <a:prstGeom prst="rect">
            <a:avLst/>
          </a:prstGeom>
          <a:noFill/>
        </p:spPr>
        <p:txBody>
          <a:bodyPr lIns="0" tIns="0" rIns="0" bIns="0" numCol="2" spcCol="255600"/>
          <a:lstStyle>
            <a:lvl1pPr marL="0" indent="0">
              <a:lnSpc>
                <a:spcPts val="1530"/>
              </a:lnSpc>
              <a:spcBef>
                <a:spcPts val="1440"/>
              </a:spcBef>
              <a:buNone/>
              <a:defRPr sz="1080"/>
            </a:lvl1pPr>
            <a:lvl2pPr marL="411389" indent="0">
              <a:buNone/>
              <a:defRPr/>
            </a:lvl2pPr>
            <a:lvl3pPr marL="822777" indent="0">
              <a:buNone/>
              <a:defRPr/>
            </a:lvl3pPr>
            <a:lvl4pPr marL="1234166" indent="0">
              <a:buNone/>
              <a:defRPr/>
            </a:lvl4pPr>
            <a:lvl5pPr marL="1645554" indent="0">
              <a:buNone/>
              <a:defRPr/>
            </a:lvl5pPr>
          </a:lstStyle>
          <a:p>
            <a:pPr lvl="0"/>
            <a:r>
              <a:rPr lang="pt-PT" dirty="0"/>
              <a:t>Editar os estilos de texto do Modelo Global</a:t>
            </a:r>
          </a:p>
        </p:txBody>
      </p:sp>
    </p:spTree>
    <p:extLst>
      <p:ext uri="{BB962C8B-B14F-4D97-AF65-F5344CB8AC3E}">
        <p14:creationId xmlns:p14="http://schemas.microsoft.com/office/powerpoint/2010/main" val="1617693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Diapositivo de Títul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EE7624-BA1A-C7B4-6E3D-DCFCEFD1E3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 y="0"/>
            <a:ext cx="12192794" cy="6858447"/>
          </a:xfrm>
          <a:prstGeom prst="rect">
            <a:avLst/>
          </a:prstGeom>
        </p:spPr>
      </p:pic>
      <p:sp>
        <p:nvSpPr>
          <p:cNvPr id="12" name="Marcador de Posição do Texto 10">
            <a:extLst>
              <a:ext uri="{FF2B5EF4-FFF2-40B4-BE49-F238E27FC236}">
                <a16:creationId xmlns:a16="http://schemas.microsoft.com/office/drawing/2014/main" id="{620E9007-862A-4E4E-808D-53FFACB9C85B}"/>
              </a:ext>
            </a:extLst>
          </p:cNvPr>
          <p:cNvSpPr>
            <a:spLocks noGrp="1"/>
          </p:cNvSpPr>
          <p:nvPr>
            <p:ph type="body" sz="quarter" idx="10" hasCustomPrompt="1"/>
          </p:nvPr>
        </p:nvSpPr>
        <p:spPr>
          <a:xfrm>
            <a:off x="7620886" y="907079"/>
            <a:ext cx="3890217" cy="822789"/>
          </a:xfrm>
          <a:prstGeom prst="rect">
            <a:avLst/>
          </a:prstGeom>
        </p:spPr>
        <p:txBody>
          <a:bodyPr lIns="0" tIns="0" rIns="0" bIns="0" anchor="t"/>
          <a:lstStyle>
            <a:lvl1pPr marL="0" indent="0">
              <a:buNone/>
              <a:defRPr sz="2160">
                <a:solidFill>
                  <a:schemeClr val="tx2"/>
                </a:solidFill>
                <a:latin typeface="+mj-lt"/>
              </a:defRPr>
            </a:lvl1pPr>
            <a:lvl2pPr marL="428585" indent="0">
              <a:buNone/>
              <a:defRPr sz="2160">
                <a:solidFill>
                  <a:schemeClr val="tx2"/>
                </a:solidFill>
                <a:latin typeface="+mj-lt"/>
              </a:defRPr>
            </a:lvl2pPr>
            <a:lvl3pPr marL="857169" indent="0">
              <a:buNone/>
              <a:defRPr sz="2160">
                <a:solidFill>
                  <a:schemeClr val="tx2"/>
                </a:solidFill>
                <a:latin typeface="+mj-lt"/>
              </a:defRPr>
            </a:lvl3pPr>
            <a:lvl4pPr marL="1285754" indent="0">
              <a:buNone/>
              <a:defRPr sz="2160">
                <a:solidFill>
                  <a:schemeClr val="tx2"/>
                </a:solidFill>
                <a:latin typeface="+mj-lt"/>
              </a:defRPr>
            </a:lvl4pPr>
            <a:lvl5pPr marL="1714339" indent="0">
              <a:buNone/>
              <a:defRPr sz="2160">
                <a:solidFill>
                  <a:schemeClr val="tx2"/>
                </a:solidFill>
                <a:latin typeface="+mj-lt"/>
              </a:defRPr>
            </a:lvl5pPr>
          </a:lstStyle>
          <a:p>
            <a:pPr lvl="0"/>
            <a:r>
              <a:rPr lang="pt-PT" dirty="0"/>
              <a:t>Editar os estilos de texto do Modelo Global</a:t>
            </a:r>
          </a:p>
        </p:txBody>
      </p:sp>
      <p:pic>
        <p:nvPicPr>
          <p:cNvPr id="4" name="Picture 3">
            <a:extLst>
              <a:ext uri="{FF2B5EF4-FFF2-40B4-BE49-F238E27FC236}">
                <a16:creationId xmlns:a16="http://schemas.microsoft.com/office/drawing/2014/main" id="{E52F303E-2CB6-BB43-927E-EF6FA280E598}"/>
              </a:ext>
            </a:extLst>
          </p:cNvPr>
          <p:cNvPicPr>
            <a:picLocks noChangeAspect="1"/>
          </p:cNvPicPr>
          <p:nvPr userDrawn="1"/>
        </p:nvPicPr>
        <p:blipFill>
          <a:blip r:embed="rId3"/>
          <a:stretch>
            <a:fillRect/>
          </a:stretch>
        </p:blipFill>
        <p:spPr>
          <a:xfrm>
            <a:off x="845222" y="907079"/>
            <a:ext cx="10858797" cy="5245243"/>
          </a:xfrm>
          <a:prstGeom prst="rect">
            <a:avLst/>
          </a:prstGeom>
        </p:spPr>
      </p:pic>
    </p:spTree>
    <p:extLst>
      <p:ext uri="{BB962C8B-B14F-4D97-AF65-F5344CB8AC3E}">
        <p14:creationId xmlns:p14="http://schemas.microsoft.com/office/powerpoint/2010/main" val="3805072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Página_texto_2_colunas">
    <p:spTree>
      <p:nvGrpSpPr>
        <p:cNvPr id="1" name=""/>
        <p:cNvGrpSpPr/>
        <p:nvPr/>
      </p:nvGrpSpPr>
      <p:grpSpPr>
        <a:xfrm>
          <a:off x="0" y="0"/>
          <a:ext cx="0" cy="0"/>
          <a:chOff x="0" y="0"/>
          <a:chExt cx="0" cy="0"/>
        </a:xfrm>
      </p:grpSpPr>
      <p:sp>
        <p:nvSpPr>
          <p:cNvPr id="3" name="Marcador de Posição de Conteúdo 2">
            <a:extLst>
              <a:ext uri="{FF2B5EF4-FFF2-40B4-BE49-F238E27FC236}">
                <a16:creationId xmlns:a16="http://schemas.microsoft.com/office/drawing/2014/main" id="{BDAF3A29-4514-48D0-97C5-C2B7BD29A241}"/>
              </a:ext>
            </a:extLst>
          </p:cNvPr>
          <p:cNvSpPr>
            <a:spLocks noGrp="1"/>
          </p:cNvSpPr>
          <p:nvPr>
            <p:ph sz="quarter" idx="10" hasCustomPrompt="1"/>
          </p:nvPr>
        </p:nvSpPr>
        <p:spPr>
          <a:xfrm>
            <a:off x="584067" y="1313986"/>
            <a:ext cx="6264824" cy="364256"/>
          </a:xfrm>
          <a:prstGeom prst="rect">
            <a:avLst/>
          </a:prstGeom>
        </p:spPr>
        <p:txBody>
          <a:bodyPr lIns="0" tIns="0" rIns="0" bIns="0" anchor="ctr"/>
          <a:lstStyle>
            <a:lvl1pPr marL="0" indent="0">
              <a:buNone/>
              <a:defRPr sz="2160">
                <a:solidFill>
                  <a:srgbClr val="E60F78"/>
                </a:solidFill>
                <a:latin typeface="+mj-lt"/>
              </a:defRPr>
            </a:lvl1pPr>
            <a:lvl2pPr marL="411389" indent="0">
              <a:buNone/>
              <a:defRPr sz="1800">
                <a:solidFill>
                  <a:schemeClr val="accent1"/>
                </a:solidFill>
                <a:latin typeface="+mj-lt"/>
              </a:defRPr>
            </a:lvl2pPr>
            <a:lvl3pPr marL="822777" indent="0">
              <a:buNone/>
              <a:defRPr sz="1800">
                <a:solidFill>
                  <a:schemeClr val="accent1"/>
                </a:solidFill>
                <a:latin typeface="+mj-lt"/>
              </a:defRPr>
            </a:lvl3pPr>
            <a:lvl4pPr marL="1234166" indent="0">
              <a:buNone/>
              <a:defRPr sz="1800">
                <a:solidFill>
                  <a:schemeClr val="accent1"/>
                </a:solidFill>
                <a:latin typeface="+mj-lt"/>
              </a:defRPr>
            </a:lvl4pPr>
            <a:lvl5pPr marL="1645554" indent="0">
              <a:buNone/>
              <a:defRPr sz="1800">
                <a:solidFill>
                  <a:schemeClr val="accent1"/>
                </a:solidFill>
                <a:latin typeface="+mj-lt"/>
              </a:defRPr>
            </a:lvl5pPr>
          </a:lstStyle>
          <a:p>
            <a:pPr lvl="0"/>
            <a:r>
              <a:rPr lang="pt-PT" dirty="0"/>
              <a:t>Editar os estilos de texto do Modelo Global</a:t>
            </a:r>
          </a:p>
        </p:txBody>
      </p:sp>
      <p:sp>
        <p:nvSpPr>
          <p:cNvPr id="6" name="Marcador de Posição do Número do Diapositivo 12">
            <a:extLst>
              <a:ext uri="{FF2B5EF4-FFF2-40B4-BE49-F238E27FC236}">
                <a16:creationId xmlns:a16="http://schemas.microsoft.com/office/drawing/2014/main" id="{F5BDA199-3650-4B8B-A3A7-7023865D89E6}"/>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a:p>
        </p:txBody>
      </p:sp>
      <p:sp>
        <p:nvSpPr>
          <p:cNvPr id="11" name="Marcador de Posição do Texto 4">
            <a:extLst>
              <a:ext uri="{FF2B5EF4-FFF2-40B4-BE49-F238E27FC236}">
                <a16:creationId xmlns:a16="http://schemas.microsoft.com/office/drawing/2014/main" id="{DF2DFC25-220E-4E73-BE81-F21D816D0993}"/>
              </a:ext>
            </a:extLst>
          </p:cNvPr>
          <p:cNvSpPr>
            <a:spLocks noGrp="1"/>
          </p:cNvSpPr>
          <p:nvPr>
            <p:ph type="body" sz="quarter" idx="11" hasCustomPrompt="1"/>
          </p:nvPr>
        </p:nvSpPr>
        <p:spPr>
          <a:xfrm>
            <a:off x="584067" y="2148261"/>
            <a:ext cx="11021241" cy="3453203"/>
          </a:xfrm>
          <a:prstGeom prst="rect">
            <a:avLst/>
          </a:prstGeom>
          <a:noFill/>
        </p:spPr>
        <p:txBody>
          <a:bodyPr lIns="0" tIns="0" rIns="0" bIns="0" numCol="2" spcCol="255600"/>
          <a:lstStyle>
            <a:lvl1pPr marL="0" indent="0">
              <a:lnSpc>
                <a:spcPts val="1530"/>
              </a:lnSpc>
              <a:spcBef>
                <a:spcPts val="1440"/>
              </a:spcBef>
              <a:buNone/>
              <a:defRPr sz="1080"/>
            </a:lvl1pPr>
            <a:lvl2pPr marL="411389" indent="0">
              <a:buNone/>
              <a:defRPr/>
            </a:lvl2pPr>
            <a:lvl3pPr marL="822777" indent="0">
              <a:buNone/>
              <a:defRPr/>
            </a:lvl3pPr>
            <a:lvl4pPr marL="1234166" indent="0">
              <a:buNone/>
              <a:defRPr/>
            </a:lvl4pPr>
            <a:lvl5pPr marL="1645554" indent="0">
              <a:buNone/>
              <a:defRPr/>
            </a:lvl5pPr>
          </a:lstStyle>
          <a:p>
            <a:pPr lvl="0"/>
            <a:r>
              <a:rPr lang="pt-PT" dirty="0"/>
              <a:t>Editar os estilos de texto do Modelo Global</a:t>
            </a:r>
          </a:p>
        </p:txBody>
      </p:sp>
    </p:spTree>
    <p:extLst>
      <p:ext uri="{BB962C8B-B14F-4D97-AF65-F5344CB8AC3E}">
        <p14:creationId xmlns:p14="http://schemas.microsoft.com/office/powerpoint/2010/main" val="2722267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Página_texto_3_colunas">
    <p:spTree>
      <p:nvGrpSpPr>
        <p:cNvPr id="1" name=""/>
        <p:cNvGrpSpPr/>
        <p:nvPr/>
      </p:nvGrpSpPr>
      <p:grpSpPr>
        <a:xfrm>
          <a:off x="0" y="0"/>
          <a:ext cx="0" cy="0"/>
          <a:chOff x="0" y="0"/>
          <a:chExt cx="0" cy="0"/>
        </a:xfrm>
      </p:grpSpPr>
      <p:sp>
        <p:nvSpPr>
          <p:cNvPr id="5" name="Marcador de Posição do Texto 4">
            <a:extLst>
              <a:ext uri="{FF2B5EF4-FFF2-40B4-BE49-F238E27FC236}">
                <a16:creationId xmlns:a16="http://schemas.microsoft.com/office/drawing/2014/main" id="{1D5BEBA1-2D7D-4FB4-91CE-8774E7C93185}"/>
              </a:ext>
            </a:extLst>
          </p:cNvPr>
          <p:cNvSpPr>
            <a:spLocks noGrp="1"/>
          </p:cNvSpPr>
          <p:nvPr>
            <p:ph type="body" sz="quarter" idx="11" hasCustomPrompt="1"/>
          </p:nvPr>
        </p:nvSpPr>
        <p:spPr>
          <a:xfrm>
            <a:off x="584067" y="2148262"/>
            <a:ext cx="11021241" cy="3453203"/>
          </a:xfrm>
          <a:prstGeom prst="rect">
            <a:avLst/>
          </a:prstGeom>
          <a:noFill/>
        </p:spPr>
        <p:txBody>
          <a:bodyPr lIns="0" tIns="0" rIns="0" bIns="0" numCol="3" spcCol="255600"/>
          <a:lstStyle>
            <a:lvl1pPr marL="0" indent="0">
              <a:lnSpc>
                <a:spcPts val="1530"/>
              </a:lnSpc>
              <a:spcBef>
                <a:spcPts val="1440"/>
              </a:spcBef>
              <a:buNone/>
              <a:defRPr sz="1080"/>
            </a:lvl1pPr>
            <a:lvl2pPr marL="411389" indent="0">
              <a:buNone/>
              <a:defRPr/>
            </a:lvl2pPr>
            <a:lvl3pPr marL="822777" indent="0">
              <a:buNone/>
              <a:defRPr/>
            </a:lvl3pPr>
            <a:lvl4pPr marL="1234166" indent="0">
              <a:buNone/>
              <a:defRPr/>
            </a:lvl4pPr>
            <a:lvl5pPr marL="1645554" indent="0">
              <a:buNone/>
              <a:defRPr/>
            </a:lvl5pPr>
          </a:lstStyle>
          <a:p>
            <a:pPr lvl="0"/>
            <a:r>
              <a:rPr lang="pt-PT"/>
              <a:t>Editar os estilos de texto do Modelo Global</a:t>
            </a:r>
          </a:p>
        </p:txBody>
      </p:sp>
      <p:sp>
        <p:nvSpPr>
          <p:cNvPr id="6" name="Marcador de Posição do Número do Diapositivo 12">
            <a:extLst>
              <a:ext uri="{FF2B5EF4-FFF2-40B4-BE49-F238E27FC236}">
                <a16:creationId xmlns:a16="http://schemas.microsoft.com/office/drawing/2014/main" id="{4DC487D5-36F2-4C2E-8C93-9B6BDB2D54AA}"/>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sp>
        <p:nvSpPr>
          <p:cNvPr id="8" name="Marcador de Posição de Conteúdo 2">
            <a:extLst>
              <a:ext uri="{FF2B5EF4-FFF2-40B4-BE49-F238E27FC236}">
                <a16:creationId xmlns:a16="http://schemas.microsoft.com/office/drawing/2014/main" id="{7141BCA9-F268-4B0C-86E7-695CAEF4103A}"/>
              </a:ext>
            </a:extLst>
          </p:cNvPr>
          <p:cNvSpPr>
            <a:spLocks noGrp="1"/>
          </p:cNvSpPr>
          <p:nvPr>
            <p:ph sz="quarter" idx="10" hasCustomPrompt="1"/>
          </p:nvPr>
        </p:nvSpPr>
        <p:spPr>
          <a:xfrm>
            <a:off x="584067" y="1313987"/>
            <a:ext cx="6264824" cy="364256"/>
          </a:xfrm>
          <a:prstGeom prst="rect">
            <a:avLst/>
          </a:prstGeom>
        </p:spPr>
        <p:txBody>
          <a:bodyPr lIns="0" tIns="0" rIns="0" bIns="0" anchor="ctr"/>
          <a:lstStyle>
            <a:lvl1pPr marL="0" indent="0">
              <a:buNone/>
              <a:defRPr sz="2160">
                <a:solidFill>
                  <a:srgbClr val="E60F78"/>
                </a:solidFill>
                <a:latin typeface="+mj-lt"/>
              </a:defRPr>
            </a:lvl1pPr>
            <a:lvl2pPr marL="411389" indent="0">
              <a:buNone/>
              <a:defRPr sz="1800">
                <a:solidFill>
                  <a:schemeClr val="accent1"/>
                </a:solidFill>
                <a:latin typeface="+mj-lt"/>
              </a:defRPr>
            </a:lvl2pPr>
            <a:lvl3pPr marL="822777" indent="0">
              <a:buNone/>
              <a:defRPr sz="1800">
                <a:solidFill>
                  <a:schemeClr val="accent1"/>
                </a:solidFill>
                <a:latin typeface="+mj-lt"/>
              </a:defRPr>
            </a:lvl3pPr>
            <a:lvl4pPr marL="1234166" indent="0">
              <a:buNone/>
              <a:defRPr sz="1800">
                <a:solidFill>
                  <a:schemeClr val="accent1"/>
                </a:solidFill>
                <a:latin typeface="+mj-lt"/>
              </a:defRPr>
            </a:lvl4pPr>
            <a:lvl5pPr marL="1645554" indent="0">
              <a:buNone/>
              <a:defRPr sz="1800">
                <a:solidFill>
                  <a:schemeClr val="accent1"/>
                </a:solidFill>
                <a:latin typeface="+mj-lt"/>
              </a:defRPr>
            </a:lvl5pPr>
          </a:lstStyle>
          <a:p>
            <a:pPr lvl="0"/>
            <a:r>
              <a:rPr lang="pt-PT" dirty="0"/>
              <a:t>Editar os estilos de texto do Modelo Global</a:t>
            </a:r>
          </a:p>
        </p:txBody>
      </p:sp>
    </p:spTree>
    <p:extLst>
      <p:ext uri="{BB962C8B-B14F-4D97-AF65-F5344CB8AC3E}">
        <p14:creationId xmlns:p14="http://schemas.microsoft.com/office/powerpoint/2010/main" val="1296911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Página_texto_gráfico">
    <p:spTree>
      <p:nvGrpSpPr>
        <p:cNvPr id="1" name=""/>
        <p:cNvGrpSpPr/>
        <p:nvPr/>
      </p:nvGrpSpPr>
      <p:grpSpPr>
        <a:xfrm>
          <a:off x="0" y="0"/>
          <a:ext cx="0" cy="0"/>
          <a:chOff x="0" y="0"/>
          <a:chExt cx="0" cy="0"/>
        </a:xfrm>
      </p:grpSpPr>
      <p:sp>
        <p:nvSpPr>
          <p:cNvPr id="5" name="Marcador de Posição do Texto 4">
            <a:extLst>
              <a:ext uri="{FF2B5EF4-FFF2-40B4-BE49-F238E27FC236}">
                <a16:creationId xmlns:a16="http://schemas.microsoft.com/office/drawing/2014/main" id="{1D5BEBA1-2D7D-4FB4-91CE-8774E7C93185}"/>
              </a:ext>
            </a:extLst>
          </p:cNvPr>
          <p:cNvSpPr>
            <a:spLocks noGrp="1"/>
          </p:cNvSpPr>
          <p:nvPr>
            <p:ph type="body" sz="quarter" idx="11" hasCustomPrompt="1"/>
          </p:nvPr>
        </p:nvSpPr>
        <p:spPr>
          <a:xfrm>
            <a:off x="584068" y="2148262"/>
            <a:ext cx="4043131" cy="3447531"/>
          </a:xfrm>
          <a:prstGeom prst="rect">
            <a:avLst/>
          </a:prstGeom>
          <a:noFill/>
        </p:spPr>
        <p:txBody>
          <a:bodyPr lIns="0" tIns="0" rIns="0" bIns="0" numCol="1" spcCol="255600"/>
          <a:lstStyle>
            <a:lvl1pPr marL="0" indent="0">
              <a:lnSpc>
                <a:spcPts val="1530"/>
              </a:lnSpc>
              <a:spcBef>
                <a:spcPts val="1440"/>
              </a:spcBef>
              <a:buNone/>
              <a:defRPr sz="1080"/>
            </a:lvl1pPr>
            <a:lvl2pPr marL="411389" indent="0">
              <a:buNone/>
              <a:defRPr/>
            </a:lvl2pPr>
            <a:lvl3pPr marL="822777" indent="0">
              <a:buNone/>
              <a:defRPr/>
            </a:lvl3pPr>
            <a:lvl4pPr marL="1234166" indent="0">
              <a:buNone/>
              <a:defRPr/>
            </a:lvl4pPr>
            <a:lvl5pPr marL="1645554" indent="0">
              <a:buNone/>
              <a:defRPr/>
            </a:lvl5pPr>
          </a:lstStyle>
          <a:p>
            <a:pPr lvl="0"/>
            <a:r>
              <a:rPr lang="pt-PT"/>
              <a:t>Editar os estilos de texto do Modelo Global</a:t>
            </a:r>
          </a:p>
        </p:txBody>
      </p:sp>
      <p:sp>
        <p:nvSpPr>
          <p:cNvPr id="8" name="Marcador de Posição do Gráfico 7">
            <a:extLst>
              <a:ext uri="{FF2B5EF4-FFF2-40B4-BE49-F238E27FC236}">
                <a16:creationId xmlns:a16="http://schemas.microsoft.com/office/drawing/2014/main" id="{1B348BF0-68B4-4596-936B-B7D64BB440D0}"/>
              </a:ext>
            </a:extLst>
          </p:cNvPr>
          <p:cNvSpPr>
            <a:spLocks noGrp="1"/>
          </p:cNvSpPr>
          <p:nvPr>
            <p:ph type="chart" sz="quarter" idx="13"/>
          </p:nvPr>
        </p:nvSpPr>
        <p:spPr>
          <a:xfrm>
            <a:off x="5394909" y="2148261"/>
            <a:ext cx="5674782" cy="3447530"/>
          </a:xfrm>
          <a:prstGeom prst="rect">
            <a:avLst/>
          </a:prstGeom>
        </p:spPr>
        <p:txBody>
          <a:bodyPr lIns="0" tIns="0" rIns="0" bIns="0"/>
          <a:lstStyle/>
          <a:p>
            <a:endParaRPr lang="pt-PT" dirty="0"/>
          </a:p>
        </p:txBody>
      </p:sp>
      <p:sp>
        <p:nvSpPr>
          <p:cNvPr id="6" name="Marcador de Posição do Número do Diapositivo 12">
            <a:extLst>
              <a:ext uri="{FF2B5EF4-FFF2-40B4-BE49-F238E27FC236}">
                <a16:creationId xmlns:a16="http://schemas.microsoft.com/office/drawing/2014/main" id="{2947989A-C01F-4C00-9263-9E56759C8731}"/>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sp>
        <p:nvSpPr>
          <p:cNvPr id="9" name="Marcador de Posição de Conteúdo 2">
            <a:extLst>
              <a:ext uri="{FF2B5EF4-FFF2-40B4-BE49-F238E27FC236}">
                <a16:creationId xmlns:a16="http://schemas.microsoft.com/office/drawing/2014/main" id="{1D7C22C2-B650-4F4F-B1E4-46A707E8E91C}"/>
              </a:ext>
            </a:extLst>
          </p:cNvPr>
          <p:cNvSpPr>
            <a:spLocks noGrp="1"/>
          </p:cNvSpPr>
          <p:nvPr>
            <p:ph sz="quarter" idx="10" hasCustomPrompt="1"/>
          </p:nvPr>
        </p:nvSpPr>
        <p:spPr>
          <a:xfrm>
            <a:off x="584067" y="1313987"/>
            <a:ext cx="6264824" cy="364256"/>
          </a:xfrm>
          <a:prstGeom prst="rect">
            <a:avLst/>
          </a:prstGeom>
        </p:spPr>
        <p:txBody>
          <a:bodyPr lIns="0" tIns="0" rIns="0" bIns="0" anchor="ctr"/>
          <a:lstStyle>
            <a:lvl1pPr marL="0" indent="0">
              <a:buNone/>
              <a:defRPr sz="2160">
                <a:solidFill>
                  <a:srgbClr val="E60F78"/>
                </a:solidFill>
                <a:latin typeface="+mj-lt"/>
              </a:defRPr>
            </a:lvl1pPr>
            <a:lvl2pPr marL="411389" indent="0">
              <a:buNone/>
              <a:defRPr sz="1800">
                <a:solidFill>
                  <a:schemeClr val="accent1"/>
                </a:solidFill>
                <a:latin typeface="+mj-lt"/>
              </a:defRPr>
            </a:lvl2pPr>
            <a:lvl3pPr marL="822777" indent="0">
              <a:buNone/>
              <a:defRPr sz="1800">
                <a:solidFill>
                  <a:schemeClr val="accent1"/>
                </a:solidFill>
                <a:latin typeface="+mj-lt"/>
              </a:defRPr>
            </a:lvl3pPr>
            <a:lvl4pPr marL="1234166" indent="0">
              <a:buNone/>
              <a:defRPr sz="1800">
                <a:solidFill>
                  <a:schemeClr val="accent1"/>
                </a:solidFill>
                <a:latin typeface="+mj-lt"/>
              </a:defRPr>
            </a:lvl4pPr>
            <a:lvl5pPr marL="1645554" indent="0">
              <a:buNone/>
              <a:defRPr sz="1800">
                <a:solidFill>
                  <a:schemeClr val="accent1"/>
                </a:solidFill>
                <a:latin typeface="+mj-lt"/>
              </a:defRPr>
            </a:lvl5pPr>
          </a:lstStyle>
          <a:p>
            <a:pPr lvl="0"/>
            <a:r>
              <a:rPr lang="pt-PT" dirty="0"/>
              <a:t>Editar os estilos de texto do Modelo Global</a:t>
            </a:r>
          </a:p>
        </p:txBody>
      </p:sp>
    </p:spTree>
    <p:extLst>
      <p:ext uri="{BB962C8B-B14F-4D97-AF65-F5344CB8AC3E}">
        <p14:creationId xmlns:p14="http://schemas.microsoft.com/office/powerpoint/2010/main" val="3434806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Página de agradecimento_FXB">
    <p:spTree>
      <p:nvGrpSpPr>
        <p:cNvPr id="1" name=""/>
        <p:cNvGrpSpPr/>
        <p:nvPr/>
      </p:nvGrpSpPr>
      <p:grpSpPr>
        <a:xfrm>
          <a:off x="0" y="0"/>
          <a:ext cx="0" cy="0"/>
          <a:chOff x="0" y="0"/>
          <a:chExt cx="0" cy="0"/>
        </a:xfrm>
      </p:grpSpPr>
      <p:sp>
        <p:nvSpPr>
          <p:cNvPr id="10" name="Marcador de Posição do Número do Diapositivo 12">
            <a:extLst>
              <a:ext uri="{FF2B5EF4-FFF2-40B4-BE49-F238E27FC236}">
                <a16:creationId xmlns:a16="http://schemas.microsoft.com/office/drawing/2014/main" id="{0555DACB-70A1-4A4F-BBFE-7259F566225D}"/>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cxnSp>
        <p:nvCxnSpPr>
          <p:cNvPr id="13" name="Conexão reta 8">
            <a:extLst>
              <a:ext uri="{FF2B5EF4-FFF2-40B4-BE49-F238E27FC236}">
                <a16:creationId xmlns:a16="http://schemas.microsoft.com/office/drawing/2014/main" id="{60A5F7B2-73B9-C94B-A3CD-C657D005CC0C}"/>
              </a:ext>
            </a:extLst>
          </p:cNvPr>
          <p:cNvCxnSpPr>
            <a:cxnSpLocks/>
          </p:cNvCxnSpPr>
          <p:nvPr userDrawn="1"/>
        </p:nvCxnSpPr>
        <p:spPr>
          <a:xfrm>
            <a:off x="3253497" y="3736095"/>
            <a:ext cx="123828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CaixaDeTexto 7">
            <a:extLst>
              <a:ext uri="{FF2B5EF4-FFF2-40B4-BE49-F238E27FC236}">
                <a16:creationId xmlns:a16="http://schemas.microsoft.com/office/drawing/2014/main" id="{DCF80403-1283-554A-9527-5C31D5BB1972}"/>
              </a:ext>
            </a:extLst>
          </p:cNvPr>
          <p:cNvSpPr txBox="1"/>
          <p:nvPr userDrawn="1"/>
        </p:nvSpPr>
        <p:spPr>
          <a:xfrm>
            <a:off x="3253497" y="3863820"/>
            <a:ext cx="1702800" cy="861774"/>
          </a:xfrm>
          <a:prstGeom prst="rect">
            <a:avLst/>
          </a:prstGeom>
          <a:noFill/>
        </p:spPr>
        <p:txBody>
          <a:bodyPr wrap="square" lIns="0" rIns="0" rtlCol="0">
            <a:spAutoFit/>
          </a:bodyPr>
          <a:lstStyle/>
          <a:p>
            <a:pPr>
              <a:lnSpc>
                <a:spcPts val="1300"/>
              </a:lnSpc>
              <a:spcBef>
                <a:spcPts val="800"/>
              </a:spcBef>
            </a:pPr>
            <a:r>
              <a:rPr lang="pt-PT" sz="800">
                <a:solidFill>
                  <a:schemeClr val="tx2"/>
                </a:solidFill>
                <a:latin typeface="Campton Med" pitchFamily="50" charset="0"/>
              </a:rPr>
              <a:t>Grupo </a:t>
            </a:r>
            <a:r>
              <a:rPr lang="pt-PT" sz="800" err="1">
                <a:solidFill>
                  <a:schemeClr val="tx2"/>
                </a:solidFill>
                <a:latin typeface="Campton Med" pitchFamily="50" charset="0"/>
              </a:rPr>
              <a:t>Your</a:t>
            </a:r>
            <a:endParaRPr lang="pt-PT" sz="800">
              <a:solidFill>
                <a:schemeClr val="tx2"/>
              </a:solidFill>
              <a:latin typeface="Campton Med" pitchFamily="50" charset="0"/>
            </a:endParaRPr>
          </a:p>
          <a:p>
            <a:pPr>
              <a:lnSpc>
                <a:spcPts val="1300"/>
              </a:lnSpc>
              <a:spcBef>
                <a:spcPts val="800"/>
              </a:spcBef>
            </a:pPr>
            <a:r>
              <a:rPr lang="pt-PT" sz="800">
                <a:solidFill>
                  <a:schemeClr val="tx2"/>
                </a:solidFill>
                <a:latin typeface="+mn-lt"/>
              </a:rPr>
              <a:t>(+351) 211 950 520</a:t>
            </a:r>
            <a:br>
              <a:rPr lang="pt-PT" sz="800">
                <a:solidFill>
                  <a:schemeClr val="tx2"/>
                </a:solidFill>
                <a:latin typeface="+mn-lt"/>
              </a:rPr>
            </a:br>
            <a:r>
              <a:rPr lang="pt-PT" sz="800" u="none">
                <a:solidFill>
                  <a:schemeClr val="tx2"/>
                </a:solidFill>
                <a:latin typeface="+mn-lt"/>
              </a:rPr>
              <a:t>geral@grupoyour.pt</a:t>
            </a:r>
            <a:br>
              <a:rPr lang="pt-PT" sz="800" u="none">
                <a:solidFill>
                  <a:schemeClr val="tx2"/>
                </a:solidFill>
                <a:latin typeface="+mn-lt"/>
              </a:rPr>
            </a:br>
            <a:r>
              <a:rPr lang="pt-PT" sz="800">
                <a:solidFill>
                  <a:schemeClr val="tx2"/>
                </a:solidFill>
                <a:latin typeface="+mn-lt"/>
              </a:rPr>
              <a:t>www.grupoyour.pt</a:t>
            </a:r>
          </a:p>
        </p:txBody>
      </p:sp>
      <p:sp>
        <p:nvSpPr>
          <p:cNvPr id="21" name="CaixaDeTexto 10">
            <a:extLst>
              <a:ext uri="{FF2B5EF4-FFF2-40B4-BE49-F238E27FC236}">
                <a16:creationId xmlns:a16="http://schemas.microsoft.com/office/drawing/2014/main" id="{F0DF2E40-45E9-F14A-A894-0E542718ADFD}"/>
              </a:ext>
            </a:extLst>
          </p:cNvPr>
          <p:cNvSpPr txBox="1"/>
          <p:nvPr userDrawn="1"/>
        </p:nvSpPr>
        <p:spPr>
          <a:xfrm>
            <a:off x="4752192" y="3863820"/>
            <a:ext cx="1702800" cy="861774"/>
          </a:xfrm>
          <a:prstGeom prst="rect">
            <a:avLst/>
          </a:prstGeom>
          <a:noFill/>
        </p:spPr>
        <p:txBody>
          <a:bodyPr wrap="square" lIns="0" rIns="0" rtlCol="0">
            <a:spAutoFit/>
          </a:bodyPr>
          <a:lstStyle/>
          <a:p>
            <a:pPr>
              <a:lnSpc>
                <a:spcPts val="1300"/>
              </a:lnSpc>
              <a:spcBef>
                <a:spcPts val="800"/>
              </a:spcBef>
            </a:pPr>
            <a:r>
              <a:rPr lang="pt-PT" sz="800" dirty="0">
                <a:solidFill>
                  <a:schemeClr val="tx2"/>
                </a:solidFill>
                <a:latin typeface="Campton Med" pitchFamily="50" charset="0"/>
              </a:rPr>
              <a:t>Filipa Xavier de Basto</a:t>
            </a:r>
            <a:br>
              <a:rPr lang="pt-PT" sz="800" dirty="0">
                <a:solidFill>
                  <a:schemeClr val="tx2"/>
                </a:solidFill>
                <a:latin typeface="Campton Med" pitchFamily="50" charset="0"/>
              </a:rPr>
            </a:br>
            <a:r>
              <a:rPr lang="pt-PT" sz="800" dirty="0" err="1">
                <a:solidFill>
                  <a:schemeClr val="tx2"/>
                </a:solidFill>
                <a:latin typeface="Campton Med" pitchFamily="50" charset="0"/>
              </a:rPr>
              <a:t>Founding</a:t>
            </a:r>
            <a:r>
              <a:rPr lang="pt-PT" sz="800" dirty="0">
                <a:solidFill>
                  <a:schemeClr val="tx2"/>
                </a:solidFill>
                <a:latin typeface="Campton Med" pitchFamily="50" charset="0"/>
              </a:rPr>
              <a:t> </a:t>
            </a:r>
            <a:r>
              <a:rPr lang="pt-PT" sz="800" dirty="0" err="1">
                <a:solidFill>
                  <a:schemeClr val="tx2"/>
                </a:solidFill>
                <a:latin typeface="Campton Med" pitchFamily="50" charset="0"/>
              </a:rPr>
              <a:t>Partner</a:t>
            </a:r>
            <a:endParaRPr lang="pt-PT" sz="800" dirty="0">
              <a:solidFill>
                <a:schemeClr val="tx2"/>
              </a:solidFill>
              <a:latin typeface="Campton Med" pitchFamily="50" charset="0"/>
            </a:endParaRPr>
          </a:p>
          <a:p>
            <a:pPr>
              <a:lnSpc>
                <a:spcPts val="1300"/>
              </a:lnSpc>
              <a:spcBef>
                <a:spcPts val="800"/>
              </a:spcBef>
            </a:pPr>
            <a:r>
              <a:rPr lang="pt-PT" sz="800" dirty="0">
                <a:solidFill>
                  <a:schemeClr val="tx2"/>
                </a:solidFill>
                <a:latin typeface="+mn-lt"/>
              </a:rPr>
              <a:t>(+351) 914 470 075</a:t>
            </a:r>
            <a:br>
              <a:rPr lang="pt-PT" sz="800" dirty="0">
                <a:solidFill>
                  <a:schemeClr val="tx2"/>
                </a:solidFill>
                <a:latin typeface="+mn-lt"/>
              </a:rPr>
            </a:br>
            <a:r>
              <a:rPr lang="pt-PT" sz="800" u="none" dirty="0">
                <a:solidFill>
                  <a:schemeClr val="tx2"/>
                </a:solidFill>
                <a:latin typeface="+mn-lt"/>
              </a:rPr>
              <a:t>fxbasto@grupoyour.pt</a:t>
            </a:r>
            <a:endParaRPr lang="pt-PT" sz="800" dirty="0">
              <a:solidFill>
                <a:schemeClr val="tx2"/>
              </a:solidFill>
              <a:latin typeface="+mn-lt"/>
            </a:endParaRPr>
          </a:p>
        </p:txBody>
      </p:sp>
      <p:sp>
        <p:nvSpPr>
          <p:cNvPr id="18" name="CaixaDeTexto 3">
            <a:extLst>
              <a:ext uri="{FF2B5EF4-FFF2-40B4-BE49-F238E27FC236}">
                <a16:creationId xmlns:a16="http://schemas.microsoft.com/office/drawing/2014/main" id="{26FF4A50-9EB8-6F40-B659-222E4D5039BE}"/>
              </a:ext>
            </a:extLst>
          </p:cNvPr>
          <p:cNvSpPr txBox="1"/>
          <p:nvPr userDrawn="1"/>
        </p:nvSpPr>
        <p:spPr>
          <a:xfrm>
            <a:off x="3253497" y="2048865"/>
            <a:ext cx="2476575" cy="769441"/>
          </a:xfrm>
          <a:prstGeom prst="rect">
            <a:avLst/>
          </a:prstGeom>
          <a:noFill/>
        </p:spPr>
        <p:txBody>
          <a:bodyPr wrap="none" lIns="0" rtlCol="0">
            <a:spAutoFit/>
          </a:bodyPr>
          <a:lstStyle/>
          <a:p>
            <a:r>
              <a:rPr lang="pt-PT" sz="4400" kern="1200" spc="-150" dirty="0">
                <a:solidFill>
                  <a:srgbClr val="E60F78"/>
                </a:solidFill>
                <a:latin typeface="+mj-lt"/>
                <a:ea typeface="+mn-ea"/>
                <a:cs typeface="+mn-cs"/>
              </a:rPr>
              <a:t>Obrigado</a:t>
            </a:r>
          </a:p>
        </p:txBody>
      </p:sp>
      <p:sp>
        <p:nvSpPr>
          <p:cNvPr id="19" name="CaixaDeTexto 13">
            <a:extLst>
              <a:ext uri="{FF2B5EF4-FFF2-40B4-BE49-F238E27FC236}">
                <a16:creationId xmlns:a16="http://schemas.microsoft.com/office/drawing/2014/main" id="{D5F01610-79BA-9C42-A083-0E856C067713}"/>
              </a:ext>
            </a:extLst>
          </p:cNvPr>
          <p:cNvSpPr txBox="1"/>
          <p:nvPr userDrawn="1"/>
        </p:nvSpPr>
        <p:spPr>
          <a:xfrm>
            <a:off x="3253497" y="3062986"/>
            <a:ext cx="1838004" cy="313932"/>
          </a:xfrm>
          <a:prstGeom prst="rect">
            <a:avLst/>
          </a:prstGeom>
          <a:noFill/>
        </p:spPr>
        <p:txBody>
          <a:bodyPr wrap="none" lIns="0" rtlCol="0">
            <a:spAutoFit/>
          </a:bodyPr>
          <a:lstStyle/>
          <a:p>
            <a:pPr marL="0" lvl="0" indent="0" algn="l" defTabSz="914400" rtl="0" eaLnBrk="1" latinLnBrk="0" hangingPunct="1">
              <a:lnSpc>
                <a:spcPct val="90000"/>
              </a:lnSpc>
              <a:spcBef>
                <a:spcPts val="1000"/>
              </a:spcBef>
              <a:buFont typeface="Arial" panose="020B0604020202020204" pitchFamily="34" charset="0"/>
              <a:buNone/>
            </a:pPr>
            <a:r>
              <a:rPr lang="pt-PT" sz="1600" kern="1200">
                <a:solidFill>
                  <a:schemeClr val="tx2"/>
                </a:solidFill>
                <a:latin typeface="Campton" pitchFamily="50" charset="0"/>
                <a:ea typeface="+mn-ea"/>
                <a:cs typeface="+mn-cs"/>
              </a:rPr>
              <a:t>Nice to </a:t>
            </a:r>
            <a:r>
              <a:rPr lang="pt-PT" sz="1600" kern="1200" err="1">
                <a:solidFill>
                  <a:schemeClr val="tx2"/>
                </a:solidFill>
                <a:latin typeface="Campton" pitchFamily="50" charset="0"/>
                <a:ea typeface="+mn-ea"/>
                <a:cs typeface="+mn-cs"/>
              </a:rPr>
              <a:t>meet</a:t>
            </a:r>
            <a:r>
              <a:rPr lang="pt-PT" sz="1600" kern="1200">
                <a:solidFill>
                  <a:schemeClr val="tx2"/>
                </a:solidFill>
                <a:latin typeface="Campton" pitchFamily="50" charset="0"/>
                <a:ea typeface="+mn-ea"/>
                <a:cs typeface="+mn-cs"/>
              </a:rPr>
              <a:t> </a:t>
            </a:r>
            <a:r>
              <a:rPr lang="pt-PT" sz="1600" kern="1200" err="1">
                <a:solidFill>
                  <a:schemeClr val="tx2"/>
                </a:solidFill>
                <a:latin typeface="Campton" pitchFamily="50" charset="0"/>
                <a:ea typeface="+mn-ea"/>
                <a:cs typeface="+mn-cs"/>
              </a:rPr>
              <a:t>you</a:t>
            </a:r>
            <a:r>
              <a:rPr lang="pt-PT" sz="1600" kern="1200">
                <a:solidFill>
                  <a:schemeClr val="tx2"/>
                </a:solidFill>
                <a:latin typeface="Campton" pitchFamily="50" charset="0"/>
                <a:ea typeface="+mn-ea"/>
                <a:cs typeface="+mn-cs"/>
              </a:rPr>
              <a:t>.</a:t>
            </a:r>
          </a:p>
        </p:txBody>
      </p:sp>
      <p:cxnSp>
        <p:nvCxnSpPr>
          <p:cNvPr id="22" name="Conexão reta 8">
            <a:extLst>
              <a:ext uri="{FF2B5EF4-FFF2-40B4-BE49-F238E27FC236}">
                <a16:creationId xmlns:a16="http://schemas.microsoft.com/office/drawing/2014/main" id="{90591854-4F82-CB46-AA61-A83A2D93793D}"/>
              </a:ext>
            </a:extLst>
          </p:cNvPr>
          <p:cNvCxnSpPr>
            <a:cxnSpLocks/>
          </p:cNvCxnSpPr>
          <p:nvPr userDrawn="1"/>
        </p:nvCxnSpPr>
        <p:spPr>
          <a:xfrm>
            <a:off x="4767002" y="3736095"/>
            <a:ext cx="289418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491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Página Final YF">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E311FE-CAA6-6D4E-A2C5-FE39671A358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4" y="0"/>
            <a:ext cx="12192000" cy="6858000"/>
          </a:xfrm>
          <a:prstGeom prst="rect">
            <a:avLst/>
          </a:prstGeom>
        </p:spPr>
      </p:pic>
      <p:pic>
        <p:nvPicPr>
          <p:cNvPr id="3" name="Picture 2">
            <a:extLst>
              <a:ext uri="{FF2B5EF4-FFF2-40B4-BE49-F238E27FC236}">
                <a16:creationId xmlns:a16="http://schemas.microsoft.com/office/drawing/2014/main" id="{BAF1DCBA-1C3A-BDB3-6FB8-EE4CCA2D936E}"/>
              </a:ext>
            </a:extLst>
          </p:cNvPr>
          <p:cNvPicPr>
            <a:picLocks noChangeAspect="1"/>
          </p:cNvPicPr>
          <p:nvPr userDrawn="1"/>
        </p:nvPicPr>
        <p:blipFill>
          <a:blip r:embed="rId3"/>
          <a:stretch>
            <a:fillRect/>
          </a:stretch>
        </p:blipFill>
        <p:spPr>
          <a:xfrm>
            <a:off x="612076" y="823914"/>
            <a:ext cx="10465200" cy="5378832"/>
          </a:xfrm>
          <a:prstGeom prst="rect">
            <a:avLst/>
          </a:prstGeom>
        </p:spPr>
      </p:pic>
    </p:spTree>
    <p:extLst>
      <p:ext uri="{BB962C8B-B14F-4D97-AF65-F5344CB8AC3E}">
        <p14:creationId xmlns:p14="http://schemas.microsoft.com/office/powerpoint/2010/main" val="2374126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8" name="Conexão reta 7">
            <a:extLst>
              <a:ext uri="{FF2B5EF4-FFF2-40B4-BE49-F238E27FC236}">
                <a16:creationId xmlns:a16="http://schemas.microsoft.com/office/drawing/2014/main" id="{35A8065E-619C-4567-9D85-962723756A64}"/>
              </a:ext>
            </a:extLst>
          </p:cNvPr>
          <p:cNvCxnSpPr/>
          <p:nvPr userDrawn="1"/>
        </p:nvCxnSpPr>
        <p:spPr>
          <a:xfrm>
            <a:off x="366339" y="342112"/>
            <a:ext cx="1052357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Marcador de Posição do Número do Diapositivo 12">
            <a:extLst>
              <a:ext uri="{FF2B5EF4-FFF2-40B4-BE49-F238E27FC236}">
                <a16:creationId xmlns:a16="http://schemas.microsoft.com/office/drawing/2014/main" id="{BF9DDC08-9CD8-4B11-8800-0F593AA1B9E9}"/>
              </a:ext>
            </a:extLst>
          </p:cNvPr>
          <p:cNvSpPr>
            <a:spLocks noGrp="1"/>
          </p:cNvSpPr>
          <p:nvPr>
            <p:ph type="sldNum" sz="quarter" idx="4"/>
          </p:nvPr>
        </p:nvSpPr>
        <p:spPr>
          <a:xfrm>
            <a:off x="366338" y="6426808"/>
            <a:ext cx="456626" cy="106222"/>
          </a:xfrm>
          <a:prstGeom prst="rect">
            <a:avLst/>
          </a:prstGeom>
        </p:spPr>
        <p:txBody>
          <a:bodyPr vert="horz" lIns="91440" tIns="45720" rIns="91440" bIns="45720" rtlCol="0" anchor="ctr"/>
          <a:lstStyle>
            <a:lvl1pPr algn="l">
              <a:defRPr sz="630">
                <a:solidFill>
                  <a:schemeClr val="accent1"/>
                </a:solidFill>
              </a:defRPr>
            </a:lvl1pPr>
          </a:lstStyle>
          <a:p>
            <a:fld id="{3C6EA9A2-1311-43E6-A080-D73349CC0A10}" type="slidenum">
              <a:rPr lang="pt-PT" smtClean="0"/>
              <a:pPr/>
              <a:t>‹nº›</a:t>
            </a:fld>
            <a:endParaRPr lang="pt-PT" dirty="0"/>
          </a:p>
        </p:txBody>
      </p:sp>
      <p:sp>
        <p:nvSpPr>
          <p:cNvPr id="5" name="TextBox 4">
            <a:extLst>
              <a:ext uri="{FF2B5EF4-FFF2-40B4-BE49-F238E27FC236}">
                <a16:creationId xmlns:a16="http://schemas.microsoft.com/office/drawing/2014/main" id="{777E443F-B5E9-114A-84FF-B8C2DF9F244D}"/>
              </a:ext>
            </a:extLst>
          </p:cNvPr>
          <p:cNvSpPr txBox="1"/>
          <p:nvPr userDrawn="1"/>
        </p:nvSpPr>
        <p:spPr>
          <a:xfrm>
            <a:off x="366338" y="523625"/>
            <a:ext cx="3648101" cy="45719"/>
          </a:xfrm>
          <a:prstGeom prst="rect">
            <a:avLst/>
          </a:prstGeom>
          <a:noFill/>
        </p:spPr>
        <p:txBody>
          <a:bodyPr wrap="square" lIns="0" tIns="0" rIns="0" bIns="0" rtlCol="0">
            <a:noAutofit/>
          </a:bodyPr>
          <a:lstStyle/>
          <a:p>
            <a:pPr marL="0" marR="0" lvl="0" indent="0" algn="l" defTabSz="428546" rtl="0" eaLnBrk="1" fontAlgn="auto" latinLnBrk="0" hangingPunct="1">
              <a:lnSpc>
                <a:spcPct val="100000"/>
              </a:lnSpc>
              <a:spcBef>
                <a:spcPts val="0"/>
              </a:spcBef>
              <a:spcAft>
                <a:spcPts val="0"/>
              </a:spcAft>
              <a:buClrTx/>
              <a:buSzTx/>
              <a:buFontTx/>
              <a:buNone/>
              <a:tabLst/>
              <a:defRPr/>
            </a:pPr>
            <a:r>
              <a:rPr lang="pt-PT" sz="700" spc="-10" baseline="0" dirty="0">
                <a:solidFill>
                  <a:srgbClr val="0070C0"/>
                </a:solidFill>
              </a:rPr>
              <a:t>CS </a:t>
            </a:r>
            <a:r>
              <a:rPr lang="pt-PT" sz="700" spc="-10" baseline="0" dirty="0" err="1">
                <a:solidFill>
                  <a:srgbClr val="0070C0"/>
                </a:solidFill>
              </a:rPr>
              <a:t>Consulting</a:t>
            </a:r>
            <a:r>
              <a:rPr lang="pt-PT" sz="700" spc="-10" baseline="0" dirty="0">
                <a:solidFill>
                  <a:srgbClr val="0070C0"/>
                </a:solidFill>
              </a:rPr>
              <a:t> – {{CLIENTE}}</a:t>
            </a:r>
          </a:p>
        </p:txBody>
      </p:sp>
    </p:spTree>
    <p:extLst>
      <p:ext uri="{BB962C8B-B14F-4D97-AF65-F5344CB8AC3E}">
        <p14:creationId xmlns:p14="http://schemas.microsoft.com/office/powerpoint/2010/main" val="2783874327"/>
      </p:ext>
    </p:extLst>
  </p:cSld>
  <p:clrMap bg1="lt1" tx1="dk1" bg2="lt2" tx2="dk2" accent1="accent1" accent2="accent2" accent3="accent3" accent4="accent4" accent5="accent5" accent6="accent6" hlink="hlink" folHlink="folHlink"/>
  <p:sldLayoutIdLst>
    <p:sldLayoutId id="2147483673" r:id="rId1"/>
    <p:sldLayoutId id="2147483696" r:id="rId2"/>
    <p:sldLayoutId id="2147483691" r:id="rId3"/>
    <p:sldLayoutId id="2147483697" r:id="rId4"/>
    <p:sldLayoutId id="2147483738" r:id="rId5"/>
    <p:sldLayoutId id="2147483751" r:id="rId6"/>
    <p:sldLayoutId id="2147483752" r:id="rId7"/>
    <p:sldLayoutId id="2147483753" r:id="rId8"/>
    <p:sldLayoutId id="2147483754" r:id="rId9"/>
    <p:sldLayoutId id="2147483755" r:id="rId10"/>
    <p:sldLayoutId id="2147483756" r:id="rId11"/>
  </p:sldLayoutIdLst>
  <p:hf hdr="0" ftr="0" dt="0"/>
  <p:txStyles>
    <p:titleStyle>
      <a:lvl1pPr algn="l" defTabSz="822777" rtl="0" eaLnBrk="1" latinLnBrk="0" hangingPunct="1">
        <a:lnSpc>
          <a:spcPct val="90000"/>
        </a:lnSpc>
        <a:spcBef>
          <a:spcPct val="0"/>
        </a:spcBef>
        <a:buNone/>
        <a:defRPr sz="3959" kern="1200">
          <a:solidFill>
            <a:schemeClr val="tx1"/>
          </a:solidFill>
          <a:latin typeface="+mj-lt"/>
          <a:ea typeface="+mj-ea"/>
          <a:cs typeface="+mj-cs"/>
        </a:defRPr>
      </a:lvl1pPr>
    </p:titleStyle>
    <p:bodyStyle>
      <a:lvl1pPr marL="205694" indent="-205694" algn="l" defTabSz="822777" rtl="0" eaLnBrk="1" latinLnBrk="0" hangingPunct="1">
        <a:lnSpc>
          <a:spcPct val="90000"/>
        </a:lnSpc>
        <a:spcBef>
          <a:spcPts val="900"/>
        </a:spcBef>
        <a:buFont typeface="Arial" panose="020B0604020202020204" pitchFamily="34" charset="0"/>
        <a:buChar char="•"/>
        <a:defRPr sz="2519" kern="1200">
          <a:solidFill>
            <a:schemeClr val="tx1"/>
          </a:solidFill>
          <a:latin typeface="+mn-lt"/>
          <a:ea typeface="+mn-ea"/>
          <a:cs typeface="+mn-cs"/>
        </a:defRPr>
      </a:lvl1pPr>
      <a:lvl2pPr marL="617083" indent="-205694" algn="l" defTabSz="822777"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471" indent="-205694" algn="l" defTabSz="822777"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39860"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249"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2637"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026"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5414"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6803"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pt-PT"/>
      </a:defPPr>
      <a:lvl1pPr marL="0" algn="l" defTabSz="822777" rtl="0" eaLnBrk="1" latinLnBrk="0" hangingPunct="1">
        <a:defRPr sz="1620" kern="1200">
          <a:solidFill>
            <a:schemeClr val="tx1"/>
          </a:solidFill>
          <a:latin typeface="+mn-lt"/>
          <a:ea typeface="+mn-ea"/>
          <a:cs typeface="+mn-cs"/>
        </a:defRPr>
      </a:lvl1pPr>
      <a:lvl2pPr marL="411389" algn="l" defTabSz="822777" rtl="0" eaLnBrk="1" latinLnBrk="0" hangingPunct="1">
        <a:defRPr sz="1620" kern="1200">
          <a:solidFill>
            <a:schemeClr val="tx1"/>
          </a:solidFill>
          <a:latin typeface="+mn-lt"/>
          <a:ea typeface="+mn-ea"/>
          <a:cs typeface="+mn-cs"/>
        </a:defRPr>
      </a:lvl2pPr>
      <a:lvl3pPr marL="822777" algn="l" defTabSz="822777" rtl="0" eaLnBrk="1" latinLnBrk="0" hangingPunct="1">
        <a:defRPr sz="1620" kern="1200">
          <a:solidFill>
            <a:schemeClr val="tx1"/>
          </a:solidFill>
          <a:latin typeface="+mn-lt"/>
          <a:ea typeface="+mn-ea"/>
          <a:cs typeface="+mn-cs"/>
        </a:defRPr>
      </a:lvl3pPr>
      <a:lvl4pPr marL="1234166" algn="l" defTabSz="822777" rtl="0" eaLnBrk="1" latinLnBrk="0" hangingPunct="1">
        <a:defRPr sz="1620" kern="1200">
          <a:solidFill>
            <a:schemeClr val="tx1"/>
          </a:solidFill>
          <a:latin typeface="+mn-lt"/>
          <a:ea typeface="+mn-ea"/>
          <a:cs typeface="+mn-cs"/>
        </a:defRPr>
      </a:lvl4pPr>
      <a:lvl5pPr marL="1645554" algn="l" defTabSz="822777" rtl="0" eaLnBrk="1" latinLnBrk="0" hangingPunct="1">
        <a:defRPr sz="1620" kern="1200">
          <a:solidFill>
            <a:schemeClr val="tx1"/>
          </a:solidFill>
          <a:latin typeface="+mn-lt"/>
          <a:ea typeface="+mn-ea"/>
          <a:cs typeface="+mn-cs"/>
        </a:defRPr>
      </a:lvl5pPr>
      <a:lvl6pPr marL="2056943" algn="l" defTabSz="822777" rtl="0" eaLnBrk="1" latinLnBrk="0" hangingPunct="1">
        <a:defRPr sz="1620" kern="1200">
          <a:solidFill>
            <a:schemeClr val="tx1"/>
          </a:solidFill>
          <a:latin typeface="+mn-lt"/>
          <a:ea typeface="+mn-ea"/>
          <a:cs typeface="+mn-cs"/>
        </a:defRPr>
      </a:lvl6pPr>
      <a:lvl7pPr marL="2468331" algn="l" defTabSz="822777" rtl="0" eaLnBrk="1" latinLnBrk="0" hangingPunct="1">
        <a:defRPr sz="1620" kern="1200">
          <a:solidFill>
            <a:schemeClr val="tx1"/>
          </a:solidFill>
          <a:latin typeface="+mn-lt"/>
          <a:ea typeface="+mn-ea"/>
          <a:cs typeface="+mn-cs"/>
        </a:defRPr>
      </a:lvl7pPr>
      <a:lvl8pPr marL="2879720" algn="l" defTabSz="822777" rtl="0" eaLnBrk="1" latinLnBrk="0" hangingPunct="1">
        <a:defRPr sz="1620" kern="1200">
          <a:solidFill>
            <a:schemeClr val="tx1"/>
          </a:solidFill>
          <a:latin typeface="+mn-lt"/>
          <a:ea typeface="+mn-ea"/>
          <a:cs typeface="+mn-cs"/>
        </a:defRPr>
      </a:lvl8pPr>
      <a:lvl9pPr marL="3291108" algn="l" defTabSz="822777"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Texto 2">
            <a:extLst>
              <a:ext uri="{FF2B5EF4-FFF2-40B4-BE49-F238E27FC236}">
                <a16:creationId xmlns:a16="http://schemas.microsoft.com/office/drawing/2014/main" id="{1D25AC99-1C65-46B6-960E-202C617C65CD}"/>
              </a:ext>
            </a:extLst>
          </p:cNvPr>
          <p:cNvSpPr>
            <a:spLocks noGrp="1"/>
          </p:cNvSpPr>
          <p:nvPr>
            <p:ph type="body" sz="quarter" idx="10"/>
          </p:nvPr>
        </p:nvSpPr>
        <p:spPr>
          <a:xfrm>
            <a:off x="7653401" y="899438"/>
            <a:ext cx="3845871" cy="538837"/>
          </a:xfrm>
        </p:spPr>
        <p:txBody>
          <a:bodyPr/>
          <a:lstStyle/>
          <a:p>
            <a:r>
              <a:rPr lang="pt-PT" sz="3000" b="1" dirty="0" err="1"/>
              <a:t>{{CLIENTE}}</a:t>
            </a:r>
            <a:endParaRPr lang="pt-PT" sz="3000" b="1" dirty="0"/>
          </a:p>
          <a:p>
            <a:r>
              <a:rPr lang="pt-PT" dirty="0">
                <a:solidFill>
                  <a:srgbClr val="202945"/>
                </a:solidFill>
              </a:rPr>
              <a:t>———</a:t>
            </a:r>
            <a:r>
              <a:rPr lang="pt-PT" dirty="0">
                <a:solidFill>
                  <a:srgbClr val="E60F78"/>
                </a:solidFill>
              </a:rPr>
              <a:t> </a:t>
            </a:r>
          </a:p>
        </p:txBody>
      </p:sp>
      <p:sp>
        <p:nvSpPr>
          <p:cNvPr id="2" name="Retângulo 1">
            <a:extLst>
              <a:ext uri="{FF2B5EF4-FFF2-40B4-BE49-F238E27FC236}">
                <a16:creationId xmlns:a16="http://schemas.microsoft.com/office/drawing/2014/main" id="{709334F0-D57B-A335-39E0-0EC7CE72E3A7}"/>
              </a:ext>
            </a:extLst>
          </p:cNvPr>
          <p:cNvSpPr/>
          <p:nvPr/>
        </p:nvSpPr>
        <p:spPr>
          <a:xfrm>
            <a:off x="8600536" y="5296619"/>
            <a:ext cx="517585" cy="3968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1336730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758DF4-10D5-9F47-94A7-9DB7F71F6933}"/>
              </a:ext>
            </a:extLst>
          </p:cNvPr>
          <p:cNvSpPr>
            <a:spLocks noGrp="1"/>
          </p:cNvSpPr>
          <p:nvPr>
            <p:ph type="sldNum" sz="quarter" idx="4"/>
          </p:nvPr>
        </p:nvSpPr>
        <p:spPr/>
        <p:txBody>
          <a:bodyPr lIns="0" tIns="0" rIns="0" bIns="0"/>
          <a:lstStyle/>
          <a:p>
            <a:fld id="{3C6EA9A2-1311-43E6-A080-D73349CC0A10}" type="slidenum">
              <a:rPr lang="pt-PT" smtClean="0"/>
              <a:pPr/>
              <a:t>2</a:t>
            </a:fld>
            <a:endParaRPr lang="pt-PT" dirty="0"/>
          </a:p>
        </p:txBody>
      </p:sp>
      <p:sp>
        <p:nvSpPr>
          <p:cNvPr id="5" name="Text Placeholder 5">
            <a:extLst>
              <a:ext uri="{FF2B5EF4-FFF2-40B4-BE49-F238E27FC236}">
                <a16:creationId xmlns:a16="http://schemas.microsoft.com/office/drawing/2014/main" id="{B888095B-5306-494F-85EE-231FBBEB586F}"/>
              </a:ext>
            </a:extLst>
          </p:cNvPr>
          <p:cNvSpPr txBox="1">
            <a:spLocks/>
          </p:cNvSpPr>
          <p:nvPr/>
        </p:nvSpPr>
        <p:spPr>
          <a:xfrm>
            <a:off x="822964" y="1688409"/>
            <a:ext cx="5120636" cy="4486680"/>
          </a:xfrm>
          <a:prstGeom prst="rect">
            <a:avLst/>
          </a:prstGeom>
          <a:noFill/>
        </p:spPr>
        <p:txBody>
          <a:bodyPr lIns="0" tIns="0" rIns="0" bIns="0" numCol="1" spcCol="255600"/>
          <a:lstStyle>
            <a:lvl1pPr marL="0" indent="0" algn="l" defTabSz="914400" rtl="0" eaLnBrk="1" latinLnBrk="0" hangingPunct="1">
              <a:lnSpc>
                <a:spcPts val="1700"/>
              </a:lnSpc>
              <a:spcBef>
                <a:spcPts val="1600"/>
              </a:spcBef>
              <a:buFont typeface="Arial" panose="020B0604020202020204" pitchFamily="34" charset="0"/>
              <a:buNone/>
              <a:defRPr sz="1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050" dirty="0"/>
              <a:t>{{P1}}</a:t>
            </a:r>
          </a:p>
        </p:txBody>
      </p:sp>
      <p:sp>
        <p:nvSpPr>
          <p:cNvPr id="6" name="Marcador de Posição de Conteúdo 3">
            <a:extLst>
              <a:ext uri="{FF2B5EF4-FFF2-40B4-BE49-F238E27FC236}">
                <a16:creationId xmlns:a16="http://schemas.microsoft.com/office/drawing/2014/main" id="{325A3BD4-6224-DF43-8838-20089E5B89D6}"/>
              </a:ext>
            </a:extLst>
          </p:cNvPr>
          <p:cNvSpPr txBox="1">
            <a:spLocks/>
          </p:cNvSpPr>
          <p:nvPr/>
        </p:nvSpPr>
        <p:spPr>
          <a:xfrm>
            <a:off x="822964" y="1030046"/>
            <a:ext cx="6000000" cy="404813"/>
          </a:xfrm>
          <a:prstGeom prst="rect">
            <a:avLst/>
          </a:prstGeom>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800" spc="-80" dirty="0">
                <a:solidFill>
                  <a:srgbClr val="202945"/>
                </a:solidFill>
              </a:rPr>
              <a:t>Scope and Assumptions</a:t>
            </a:r>
          </a:p>
        </p:txBody>
      </p:sp>
      <p:grpSp>
        <p:nvGrpSpPr>
          <p:cNvPr id="2" name="Agrupar 1">
            <a:extLst>
              <a:ext uri="{FF2B5EF4-FFF2-40B4-BE49-F238E27FC236}">
                <a16:creationId xmlns:a16="http://schemas.microsoft.com/office/drawing/2014/main" id="{23800DCE-F6E6-3C48-FBDB-860945C8A5EB}"/>
              </a:ext>
            </a:extLst>
          </p:cNvPr>
          <p:cNvGrpSpPr/>
          <p:nvPr/>
        </p:nvGrpSpPr>
        <p:grpSpPr>
          <a:xfrm>
            <a:off x="6096794" y="1688409"/>
            <a:ext cx="6096794" cy="4134875"/>
            <a:chOff x="0" y="0"/>
            <a:chExt cx="5381625" cy="3590925"/>
          </a:xfrm>
        </p:grpSpPr>
        <p:pic>
          <p:nvPicPr>
            <p:cNvPr id="4" name="Imagem 3">
              <a:extLst>
                <a:ext uri="{FF2B5EF4-FFF2-40B4-BE49-F238E27FC236}">
                  <a16:creationId xmlns:a16="http://schemas.microsoft.com/office/drawing/2014/main" id="{CEC3027D-AF35-2327-430A-54E716E93C26}"/>
                </a:ext>
              </a:extLst>
            </p:cNvPr>
            <p:cNvPicPr>
              <a:picLocks noChangeAspect="1"/>
            </p:cNvPicPr>
            <p:nvPr/>
          </p:nvPicPr>
          <p:blipFill rotWithShape="1">
            <a:blip r:embed="rId3">
              <a:extLst>
                <a:ext uri="{28A0092B-C50C-407E-A947-70E740481C1C}">
                  <a14:useLocalDpi xmlns:a14="http://schemas.microsoft.com/office/drawing/2010/main" val="0"/>
                </a:ext>
              </a:extLst>
            </a:blip>
            <a:srcRect r="49558"/>
            <a:stretch/>
          </p:blipFill>
          <p:spPr bwMode="auto">
            <a:xfrm>
              <a:off x="0" y="0"/>
              <a:ext cx="2714625" cy="3590925"/>
            </a:xfrm>
            <a:prstGeom prst="rect">
              <a:avLst/>
            </a:prstGeom>
            <a:noFill/>
            <a:ln>
              <a:noFill/>
            </a:ln>
            <a:extLst>
              <a:ext uri="{53640926-AAD7-44D8-BBD7-CCE9431645EC}">
                <a14:shadowObscured xmlns:a14="http://schemas.microsoft.com/office/drawing/2010/main"/>
              </a:ext>
            </a:extLst>
          </p:spPr>
        </p:pic>
        <p:pic>
          <p:nvPicPr>
            <p:cNvPr id="7" name="Imagem 6">
              <a:extLst>
                <a:ext uri="{FF2B5EF4-FFF2-40B4-BE49-F238E27FC236}">
                  <a16:creationId xmlns:a16="http://schemas.microsoft.com/office/drawing/2014/main" id="{47D601B1-5F0C-79C8-D01D-8B808314409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381625" cy="3590925"/>
            </a:xfrm>
            <a:prstGeom prst="rect">
              <a:avLst/>
            </a:prstGeom>
            <a:noFill/>
            <a:ln>
              <a:noFill/>
            </a:ln>
          </p:spPr>
        </p:pic>
      </p:grpSp>
    </p:spTree>
    <p:extLst>
      <p:ext uri="{BB962C8B-B14F-4D97-AF65-F5344CB8AC3E}">
        <p14:creationId xmlns:p14="http://schemas.microsoft.com/office/powerpoint/2010/main" val="642149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758DF4-10D5-9F47-94A7-9DB7F71F6933}"/>
              </a:ext>
            </a:extLst>
          </p:cNvPr>
          <p:cNvSpPr>
            <a:spLocks noGrp="1"/>
          </p:cNvSpPr>
          <p:nvPr>
            <p:ph type="sldNum" sz="quarter" idx="4"/>
          </p:nvPr>
        </p:nvSpPr>
        <p:spPr/>
        <p:txBody>
          <a:bodyPr lIns="0" tIns="0" rIns="0" bIns="0"/>
          <a:lstStyle/>
          <a:p>
            <a:fld id="{3C6EA9A2-1311-43E6-A080-D73349CC0A10}" type="slidenum">
              <a:rPr lang="pt-PT" smtClean="0"/>
              <a:pPr/>
              <a:t>3</a:t>
            </a:fld>
            <a:endParaRPr lang="pt-PT" dirty="0"/>
          </a:p>
        </p:txBody>
      </p:sp>
      <p:sp>
        <p:nvSpPr>
          <p:cNvPr id="5" name="Text Placeholder 5">
            <a:extLst>
              <a:ext uri="{FF2B5EF4-FFF2-40B4-BE49-F238E27FC236}">
                <a16:creationId xmlns:a16="http://schemas.microsoft.com/office/drawing/2014/main" id="{B888095B-5306-494F-85EE-231FBBEB586F}"/>
              </a:ext>
            </a:extLst>
          </p:cNvPr>
          <p:cNvSpPr txBox="1">
            <a:spLocks/>
          </p:cNvSpPr>
          <p:nvPr/>
        </p:nvSpPr>
        <p:spPr>
          <a:xfrm>
            <a:off x="822964" y="1688409"/>
            <a:ext cx="5120636" cy="4486680"/>
          </a:xfrm>
          <a:prstGeom prst="rect">
            <a:avLst/>
          </a:prstGeom>
          <a:noFill/>
        </p:spPr>
        <p:txBody>
          <a:bodyPr lIns="0" tIns="0" rIns="0" bIns="0" numCol="1" spcCol="255600"/>
          <a:lstStyle>
            <a:lvl1pPr marL="0" indent="0" algn="l" defTabSz="914400" rtl="0" eaLnBrk="1" latinLnBrk="0" hangingPunct="1">
              <a:lnSpc>
                <a:spcPts val="1700"/>
              </a:lnSpc>
              <a:spcBef>
                <a:spcPts val="1600"/>
              </a:spcBef>
              <a:buFont typeface="Arial" panose="020B0604020202020204" pitchFamily="34" charset="0"/>
              <a:buNone/>
              <a:defRPr sz="1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050" dirty="0"/>
              <a:t>{{P2L}}</a:t>
            </a:r>
          </a:p>
        </p:txBody>
      </p:sp>
      <p:sp>
        <p:nvSpPr>
          <p:cNvPr id="50" name="Text Placeholder 50"/>
          <p:cNvSpPr txBox="1">
            <a:spLocks/>
          </p:cNvSpPr>
          <p:nvPr/>
        </p:nvSpPr>
        <p:spPr>
          <a:xfrm>
            <a:off x="6400000" y="1688409"/>
            <a:ext cx="5120636" cy="4486680"/>
          </a:xfrm>
          <a:prstGeom prst="rect">
            <a:avLst/>
          </a:prstGeom>
          <a:noFill/>
        </p:spPr>
        <p:txBody>
          <a:bodyPr lIns="0" tIns="0" rIns="0" bIns="0" numCol="1" spcCol="255600"/>
          <a:lstStyle>
            <a:lvl1pPr marL="0" indent="0" algn="l" defTabSz="914400" rtl="0" eaLnBrk="1" latinLnBrk="0" hangingPunct="1">
              <a:lnSpc>
                <a:spcPts val="1700"/>
              </a:lnSpc>
              <a:spcBef>
                <a:spcPts val="1600"/>
              </a:spcBef>
              <a:buFont typeface="Arial" panose="020B0604020202020204" pitchFamily="34" charset="0"/>
              <a:buNone/>
              <a:defRPr sz="1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050" dirty="0"/>
              <a:t>{{P2R}}</a:t>
            </a:r>
          </a:p>
        </p:txBody>
      </p:sp>
      <p:sp>
        <p:nvSpPr>
          <p:cNvPr id="6" name="Marcador de Posição de Conteúdo 3">
            <a:extLst>
              <a:ext uri="{FF2B5EF4-FFF2-40B4-BE49-F238E27FC236}">
                <a16:creationId xmlns:a16="http://schemas.microsoft.com/office/drawing/2014/main" id="{325A3BD4-6224-DF43-8838-20089E5B89D6}"/>
              </a:ext>
            </a:extLst>
          </p:cNvPr>
          <p:cNvSpPr txBox="1">
            <a:spLocks/>
          </p:cNvSpPr>
          <p:nvPr/>
        </p:nvSpPr>
        <p:spPr>
          <a:xfrm>
            <a:off x="822964" y="1030046"/>
            <a:ext cx="7200000" cy="404813"/>
          </a:xfrm>
          <a:prstGeom prst="rect">
            <a:avLst/>
          </a:prstGeom>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800" spc="-80" dirty="0">
                <a:solidFill>
                  <a:srgbClr val="202945"/>
                </a:solidFill>
              </a:rPr>
              <a:t>Scope and Assumptions (continued)</a:t>
            </a:r>
          </a:p>
        </p:txBody>
      </p:sp>
    </p:spTree>
    <p:extLst>
      <p:ext uri="{BB962C8B-B14F-4D97-AF65-F5344CB8AC3E}">
        <p14:creationId xmlns:p14="http://schemas.microsoft.com/office/powerpoint/2010/main" val="642149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D9DB97-1FED-B216-52E3-058709CCEE41}"/>
              </a:ext>
            </a:extLst>
          </p:cNvPr>
          <p:cNvSpPr/>
          <p:nvPr/>
        </p:nvSpPr>
        <p:spPr>
          <a:xfrm>
            <a:off x="1" y="3673735"/>
            <a:ext cx="12193587" cy="318426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Rounded Rectangle 8">
            <a:extLst>
              <a:ext uri="{FF2B5EF4-FFF2-40B4-BE49-F238E27FC236}">
                <a16:creationId xmlns:a16="http://schemas.microsoft.com/office/drawing/2014/main" id="{4224FAED-43B8-5F42-BE1B-9662D44A00C9}"/>
              </a:ext>
            </a:extLst>
          </p:cNvPr>
          <p:cNvSpPr/>
          <p:nvPr/>
        </p:nvSpPr>
        <p:spPr>
          <a:xfrm>
            <a:off x="932508" y="1209440"/>
            <a:ext cx="10121774" cy="3500000"/>
          </a:xfrm>
          <a:prstGeom prst="roundRect">
            <a:avLst>
              <a:gd name="adj" fmla="val 5230"/>
            </a:avLst>
          </a:prstGeom>
          <a:solidFill>
            <a:schemeClr val="bg1"/>
          </a:solidFill>
          <a:ln>
            <a:noFill/>
          </a:ln>
          <a:effectLst>
            <a:outerShdw blurRad="584200" dist="2413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sz="1518"/>
          </a:p>
        </p:txBody>
      </p:sp>
      <p:graphicFrame>
        <p:nvGraphicFramePr>
          <p:cNvPr id="5" name="Table 4">
            <a:extLst>
              <a:ext uri="{FF2B5EF4-FFF2-40B4-BE49-F238E27FC236}">
                <a16:creationId xmlns:a16="http://schemas.microsoft.com/office/drawing/2014/main" id="{0FCF5A3B-8B98-4508-A257-4333B1CEEC94}"/>
              </a:ext>
            </a:extLst>
          </p:cNvPr>
          <p:cNvGraphicFramePr>
            <a:graphicFrameLocks noGrp="1"/>
          </p:cNvGraphicFramePr>
          <p:nvPr>
            <p:extLst>
              <p:ext uri="{D42A27DB-BD31-4B8C-83A1-F6EECF244321}">
                <p14:modId xmlns:p14="http://schemas.microsoft.com/office/powerpoint/2010/main" val="415904929"/>
              </p:ext>
            </p:extLst>
          </p:nvPr>
        </p:nvGraphicFramePr>
        <p:xfrm>
          <a:off x="1584356" y="1299184"/>
          <a:ext cx="8774828" cy="2879185"/>
        </p:xfrm>
        <a:graphic>
          <a:graphicData uri="http://schemas.openxmlformats.org/drawingml/2006/table">
            <a:tbl>
              <a:tblPr/>
              <a:tblGrid>
                <a:gridCol w="36828">
                  <a:extLst>
                    <a:ext uri="{9D8B030D-6E8A-4147-A177-3AD203B41FA5}">
                      <a16:colId xmlns:a16="http://schemas.microsoft.com/office/drawing/2014/main" val="20000"/>
                    </a:ext>
                  </a:extLst>
                </a:gridCol>
                <a:gridCol w="3200000">
                  <a:extLst>
                    <a:ext uri="{9D8B030D-6E8A-4147-A177-3AD203B41FA5}">
                      <a16:colId xmlns:a16="http://schemas.microsoft.com/office/drawing/2014/main" val="20001"/>
                    </a:ext>
                  </a:extLst>
                </a:gridCol>
                <a:gridCol w="1846000">
                  <a:extLst>
                    <a:ext uri="{9D8B030D-6E8A-4147-A177-3AD203B41FA5}">
                      <a16:colId xmlns:a16="http://schemas.microsoft.com/office/drawing/2014/main" val="20002"/>
                    </a:ext>
                  </a:extLst>
                </a:gridCol>
                <a:gridCol w="1846000">
                  <a:extLst>
                    <a:ext uri="{9D8B030D-6E8A-4147-A177-3AD203B41FA5}">
                      <a16:colId xmlns:a16="http://schemas.microsoft.com/office/drawing/2014/main" val="20003"/>
                    </a:ext>
                  </a:extLst>
                </a:gridCol>
                <a:gridCol w="1846000">
                  <a:extLst>
                    <a:ext uri="{9D8B030D-6E8A-4147-A177-3AD203B41FA5}">
                      <a16:colId xmlns:a16="http://schemas.microsoft.com/office/drawing/2014/main" val="20004"/>
                    </a:ext>
                  </a:extLst>
                </a:gridCol>
              </a:tblGrid>
              <a:tr h="57604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pt-PT" sz="1000" b="1" i="0" u="none" strike="noStrike" dirty="0">
                        <a:solidFill>
                          <a:schemeClr val="tx1"/>
                        </a:solidFill>
                        <a:effectLst/>
                        <a:latin typeface="Campton SemBd" pitchFamily="50" charset="0"/>
                      </a:endParaRPr>
                    </a:p>
                  </a:txBody>
                  <a:tcPr marL="5714" marR="5714" marT="5714"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pt-PT" sz="1000" b="1" i="0" u="none" strike="noStrike" dirty="0" err="1">
                          <a:solidFill>
                            <a:schemeClr val="tx2"/>
                          </a:solidFill>
                          <a:effectLst/>
                          <a:latin typeface="Campton SemBd" pitchFamily="50" charset="0"/>
                        </a:rPr>
                        <a:t>Fees</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r>
                        <a:rPr lang="pt-PT" sz="1000" b="1" i="0" u="none" strike="noStrike" dirty="0" err="1">
                          <a:solidFill>
                            <a:schemeClr val="tx2"/>
                          </a:solidFill>
                          <a:effectLst/>
                          <a:latin typeface="Campton SemBd" pitchFamily="50" charset="0"/>
                        </a:rPr>
                        <a:t>Entidade 1</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r>
                        <a:rPr lang="pt-PT" sz="1000" b="1" i="0" u="none" strike="noStrike" dirty="0" err="1">
                          <a:solidFill>
                            <a:schemeClr val="tx2"/>
                          </a:solidFill>
                          <a:effectLst/>
                          <a:latin typeface="Campton SemBd" pitchFamily="50" charset="0"/>
                        </a:rPr>
                        <a:t>Entidade 2</a:t>
                      </a:r>
                      <a:endParaRPr lang="pt-PT" sz="1000" b="1" i="0" u="none" strike="noStrike" dirty="0">
                        <a:solidFill>
                          <a:schemeClr val="tx2"/>
                        </a:solidFill>
                        <a:effectLst/>
                        <a:latin typeface="Campton SemBd" pitchFamily="50" charset="0"/>
                      </a:endParaRP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r>
                        <a:rPr lang="pt-PT" sz="1000" b="1" i="0" u="none" strike="noStrike" dirty="0">
                          <a:solidFill>
                            <a:schemeClr val="tx2"/>
                          </a:solidFill>
                          <a:effectLst/>
                          <a:latin typeface="Campton SemBd" pitchFamily="50" charset="0"/>
                        </a:rPr>
                        <a:t>Entidade 3</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38428">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b"/>
                      <a:r>
                        <a:rPr lang="pt-PT" sz="1000" b="0" i="0" u="none" strike="noStrike" dirty="0">
                          <a:solidFill>
                            <a:srgbClr val="000000"/>
                          </a:solidFill>
                          <a:effectLst/>
                          <a:latin typeface="+mn-lt"/>
                        </a:rPr>
                        <a:t>Serviço</a:t>
                      </a:r>
                      <a:endParaRPr lang="pt-PT" sz="1000" b="1" i="0" u="sng" strike="noStrike" dirty="0">
                        <a:solidFill>
                          <a:srgbClr val="000000"/>
                        </a:solidFill>
                        <a:effectLst/>
                        <a:latin typeface="+mn-lt"/>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12700" cap="flat" cmpd="sng" algn="ctr">
                      <a:solidFill>
                        <a:schemeClr val="tx1"/>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0001"/>
                  </a:ext>
                </a:extLst>
              </a:tr>
              <a:tr h="325257">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12700"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marL="0" marR="0" lvl="0" indent="0" algn="l" defTabSz="822777" rtl="0" eaLnBrk="1" fontAlgn="b" latinLnBrk="0" hangingPunct="1">
                        <a:lnSpc>
                          <a:spcPct val="100000"/>
                        </a:lnSpc>
                        <a:spcBef>
                          <a:spcPts val="0"/>
                        </a:spcBef>
                        <a:spcAft>
                          <a:spcPts val="0"/>
                        </a:spcAft>
                        <a:buClrTx/>
                        <a:buSzTx/>
                        <a:buFontTx/>
                        <a:buNone/>
                        <a:tabLst/>
                        <a:defRPr/>
                      </a:pPr>
                      <a:r>
                        <a:rPr lang="pt-PT" sz="1000" b="0" i="0" u="none" strike="noStrike" dirty="0">
                          <a:solidFill>
                            <a:srgbClr val="000000"/>
                          </a:solidFill>
                          <a:effectLst/>
                          <a:latin typeface="+mn-lt"/>
                        </a:rPr>
                        <a:t>Serviço</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0002"/>
                  </a:ext>
                </a:extLst>
              </a:tr>
              <a:tr h="325257">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l" fontAlgn="b"/>
                      <a:r>
                        <a:rPr lang="pt-PT" sz="1000" b="0" i="0" u="none" strike="noStrike" dirty="0">
                          <a:solidFill>
                            <a:srgbClr val="000000"/>
                          </a:solidFill>
                          <a:effectLst/>
                          <a:latin typeface="+mn-lt"/>
                        </a:rPr>
                        <a:t>Serviço</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0003"/>
                  </a:ext>
                </a:extLst>
              </a:tr>
              <a:tr h="338428">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l" fontAlgn="b"/>
                      <a:r>
                        <a:rPr lang="pt-PT" sz="1000" b="0" i="0" u="none" strike="noStrike" dirty="0">
                          <a:solidFill>
                            <a:srgbClr val="000000"/>
                          </a:solidFill>
                          <a:effectLst/>
                          <a:latin typeface="+mn-lt"/>
                        </a:rPr>
                        <a:t>Serviço</a:t>
                      </a:r>
                    </a:p>
                  </a:txBody>
                  <a:tcPr marL="6350" marR="6350" marT="6350" marB="0" anchor="ctr">
                    <a:lnL>
                      <a:noFill/>
                    </a:lnL>
                    <a:lnR>
                      <a:noFill/>
                    </a:lnR>
                    <a:lnT w="6350" cap="flat" cmpd="sng" algn="ctr">
                      <a:solidFill>
                        <a:srgbClr val="E6E6E6"/>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6350" cap="flat" cmpd="sng" algn="ctr">
                      <a:solidFill>
                        <a:srgbClr val="E6E6E6"/>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5257">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l" fontAlgn="b"/>
                      <a:r>
                        <a:rPr lang="pt-PT" sz="1000" b="0" i="0" u="none" strike="noStrike" dirty="0">
                          <a:solidFill>
                            <a:srgbClr val="000000"/>
                          </a:solidFill>
                          <a:effectLst/>
                          <a:latin typeface="+mn-lt"/>
                        </a:rPr>
                        <a:t>Serviço</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5257">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l" fontAlgn="b"/>
                      <a:r>
                        <a:rPr lang="pt-PT" sz="1000" b="0" i="0" u="none" strike="noStrike" dirty="0">
                          <a:solidFill>
                            <a:srgbClr val="000000"/>
                          </a:solidFill>
                          <a:effectLst/>
                          <a:latin typeface="+mn-lt"/>
                        </a:rPr>
                        <a:t>Serviço</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822777" rtl="0" eaLnBrk="1" fontAlgn="b" latinLnBrk="0" hangingPunct="1">
                        <a:lnSpc>
                          <a:spcPct val="100000"/>
                        </a:lnSpc>
                        <a:spcBef>
                          <a:spcPts val="0"/>
                        </a:spcBef>
                        <a:spcAft>
                          <a:spcPts val="0"/>
                        </a:spcAft>
                        <a:buClrTx/>
                        <a:buSzTx/>
                        <a:buFontTx/>
                        <a:buNone/>
                        <a:tabLst/>
                        <a:defRPr/>
                      </a:pPr>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822777" rtl="0" eaLnBrk="1" fontAlgn="b" latinLnBrk="0" hangingPunct="1">
                        <a:lnSpc>
                          <a:spcPct val="100000"/>
                        </a:lnSpc>
                        <a:spcBef>
                          <a:spcPts val="0"/>
                        </a:spcBef>
                        <a:spcAft>
                          <a:spcPts val="0"/>
                        </a:spcAft>
                        <a:buClrTx/>
                        <a:buSzTx/>
                        <a:buFontTx/>
                        <a:buNone/>
                        <a:tabLst/>
                        <a:defRPr/>
                      </a:pPr>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5257">
                <a:tc>
                  <a:txBody>
                    <a:bodyPr/>
                    <a:lstStyle/>
                    <a:p>
                      <a:pPr algn="l" fontAlgn="b"/>
                      <a:endParaRPr lang="pt-PT" sz="1000" b="0" i="0" u="none" strike="noStrike" dirty="0">
                        <a:solidFill>
                          <a:srgbClr val="000000"/>
                        </a:solidFill>
                        <a:effectLst/>
                        <a:latin typeface="+mn-lt"/>
                      </a:endParaRPr>
                    </a:p>
                  </a:txBody>
                  <a:tcPr marL="5714" marR="5714" marT="5714"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l" fontAlgn="b"/>
                      <a:r>
                        <a:rPr lang="pt-PT" sz="1000" b="0" i="0" u="none" strike="noStrike" dirty="0">
                          <a:solidFill>
                            <a:srgbClr val="000000"/>
                          </a:solidFill>
                          <a:effectLst/>
                          <a:latin typeface="+mn-lt"/>
                        </a:rPr>
                        <a:t>Serviço</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ctr" fontAlgn="b"/>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822777" rtl="0" eaLnBrk="1" fontAlgn="b" latinLnBrk="0" hangingPunct="1">
                        <a:lnSpc>
                          <a:spcPct val="100000"/>
                        </a:lnSpc>
                        <a:spcBef>
                          <a:spcPts val="0"/>
                        </a:spcBef>
                        <a:spcAft>
                          <a:spcPts val="0"/>
                        </a:spcAft>
                        <a:buClrTx/>
                        <a:buSzTx/>
                        <a:buFontTx/>
                        <a:buNone/>
                        <a:tabLst/>
                        <a:defRPr/>
                      </a:pPr>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822777" rtl="0" eaLnBrk="1" fontAlgn="b" latinLnBrk="0" hangingPunct="1">
                        <a:lnSpc>
                          <a:spcPct val="100000"/>
                        </a:lnSpc>
                        <a:spcBef>
                          <a:spcPts val="0"/>
                        </a:spcBef>
                        <a:spcAft>
                          <a:spcPts val="0"/>
                        </a:spcAft>
                        <a:buClrTx/>
                        <a:buSzTx/>
                        <a:buFontTx/>
                        <a:buNone/>
                        <a:tabLst/>
                        <a:defRPr/>
                      </a:pPr>
                      <a:r>
                        <a:rPr lang="pt-PT" sz="1000" b="0" i="0" u="none" strike="noStrike" dirty="0">
                          <a:solidFill>
                            <a:srgbClr val="000000"/>
                          </a:solidFill>
                          <a:effectLst/>
                          <a:latin typeface="+mn-lt"/>
                        </a:rPr>
                        <a:t>—</a:t>
                      </a:r>
                    </a:p>
                  </a:txBody>
                  <a:tcPr marL="6350" marR="6350" marT="6350" marB="0" anchor="ctr">
                    <a:lnL>
                      <a:noFill/>
                    </a:lnL>
                    <a:lnR>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8" name="CaixaDeTexto 5">
            <a:extLst>
              <a:ext uri="{FF2B5EF4-FFF2-40B4-BE49-F238E27FC236}">
                <a16:creationId xmlns:a16="http://schemas.microsoft.com/office/drawing/2014/main" id="{A9908307-B3FD-4A9D-A31D-AE26504D886C}"/>
              </a:ext>
            </a:extLst>
          </p:cNvPr>
          <p:cNvSpPr txBox="1"/>
          <p:nvPr/>
        </p:nvSpPr>
        <p:spPr>
          <a:xfrm>
            <a:off x="1428751" y="5000000"/>
            <a:ext cx="8385855" cy="707209"/>
          </a:xfrm>
          <a:prstGeom prst="rect">
            <a:avLst/>
          </a:prstGeom>
          <a:noFill/>
        </p:spPr>
        <p:txBody>
          <a:bodyPr wrap="square" lIns="0" tIns="0" rIns="0" bIns="0" numCol="2" rtlCol="0">
            <a:noAutofit/>
          </a:bodyPr>
          <a:lstStyle/>
          <a:p>
            <a:pPr>
              <a:lnSpc>
                <a:spcPts val="700"/>
              </a:lnSpc>
              <a:spcAft>
                <a:spcPts val="600"/>
              </a:spcAft>
            </a:pPr>
            <a:r>
              <a:rPr lang="pt-PT" sz="800" dirty="0">
                <a:latin typeface="Campton SemBd" pitchFamily="50" charset="0"/>
              </a:rPr>
              <a:t>Notes:</a:t>
            </a:r>
            <a:endParaRPr lang="en-US" sz="800" dirty="0"/>
          </a:p>
          <a:p>
            <a:pPr>
              <a:lnSpc>
                <a:spcPts val="700"/>
              </a:lnSpc>
              <a:spcAft>
                <a:spcPts val="600"/>
              </a:spcAft>
            </a:pPr>
            <a:r>
              <a:rPr lang="en-US" sz="800" dirty="0"/>
              <a:t>VAT at the applicable rate is added to these fees.</a:t>
            </a:r>
          </a:p>
          <a:p>
            <a:pPr>
              <a:lnSpc>
                <a:spcPts val="700"/>
              </a:lnSpc>
              <a:spcAft>
                <a:spcPts val="600"/>
              </a:spcAft>
            </a:pPr>
            <a:r>
              <a:rPr lang="en-US" sz="800" dirty="0"/>
              <a:t>These fees will be reviewed periodically in line with changes in activity and annual inflation.</a:t>
            </a:r>
          </a:p>
          <a:p>
            <a:pPr>
              <a:lnSpc>
                <a:spcPts val="700"/>
              </a:lnSpc>
              <a:spcAft>
                <a:spcPts val="600"/>
              </a:spcAft>
            </a:pPr>
            <a:r>
              <a:rPr lang="pt-PT" sz="800" dirty="0"/>
              <a:t>This proposal is valid for 30 days.</a:t>
            </a:r>
          </a:p>
          <a:p>
            <a:pPr>
              <a:lnSpc>
                <a:spcPts val="700"/>
              </a:lnSpc>
              <a:spcAft>
                <a:spcPts val="600"/>
              </a:spcAft>
            </a:pPr>
            <a:endParaRPr lang="en-US" sz="800" dirty="0"/>
          </a:p>
          <a:p>
            <a:pPr>
              <a:lnSpc>
                <a:spcPts val="700"/>
              </a:lnSpc>
              <a:spcAft>
                <a:spcPts val="600"/>
              </a:spcAft>
            </a:pPr>
            <a:endParaRPr lang="en-US" sz="800" dirty="0"/>
          </a:p>
          <a:p>
            <a:pPr>
              <a:lnSpc>
                <a:spcPts val="700"/>
              </a:lnSpc>
              <a:spcAft>
                <a:spcPts val="600"/>
              </a:spcAft>
            </a:pPr>
            <a:r>
              <a:rPr lang="en-US" sz="800" dirty="0"/>
              <a:t>Billing terms:</a:t>
            </a:r>
          </a:p>
          <a:p>
            <a:pPr>
              <a:lnSpc>
                <a:spcPts val="700"/>
              </a:lnSpc>
              <a:spcAft>
                <a:spcPts val="600"/>
              </a:spcAft>
            </a:pPr>
            <a:r>
              <a:rPr lang="en-US" sz="800" dirty="0"/>
              <a:t>By the end of the month of service (30 days)</a:t>
            </a:r>
          </a:p>
          <a:p>
            <a:pPr>
              <a:lnSpc>
                <a:spcPts val="700"/>
              </a:lnSpc>
              <a:spcAft>
                <a:spcPts val="600"/>
              </a:spcAft>
            </a:pPr>
            <a:r>
              <a:rPr lang="en-US" sz="800" dirty="0"/>
              <a:t> </a:t>
            </a:r>
          </a:p>
          <a:p>
            <a:pPr marL="154271" indent="-154271">
              <a:buClr>
                <a:schemeClr val="accent1"/>
              </a:buClr>
              <a:buFont typeface="Campton Light" pitchFamily="50" charset="0"/>
              <a:buChar char="—"/>
            </a:pPr>
            <a:endParaRPr lang="pt-PT" sz="800" dirty="0"/>
          </a:p>
        </p:txBody>
      </p:sp>
      <p:sp>
        <p:nvSpPr>
          <p:cNvPr id="10" name="Slide Number Placeholder 2">
            <a:extLst>
              <a:ext uri="{FF2B5EF4-FFF2-40B4-BE49-F238E27FC236}">
                <a16:creationId xmlns:a16="http://schemas.microsoft.com/office/drawing/2014/main" id="{6DDD7DAB-4916-CA4B-82DC-488951134752}"/>
              </a:ext>
            </a:extLst>
          </p:cNvPr>
          <p:cNvSpPr>
            <a:spLocks noGrp="1"/>
          </p:cNvSpPr>
          <p:nvPr>
            <p:ph type="sldNum" sz="quarter" idx="4"/>
          </p:nvPr>
        </p:nvSpPr>
        <p:spPr/>
        <p:txBody>
          <a:bodyPr lIns="0" tIns="0" rIns="0" bIns="0"/>
          <a:lstStyle/>
          <a:p>
            <a:r>
              <a:rPr lang="pt-PT" dirty="0"/>
              <a:t>3</a:t>
            </a:r>
          </a:p>
        </p:txBody>
      </p:sp>
      <p:sp>
        <p:nvSpPr>
          <p:cNvPr id="13" name="Marcador de Posição de Conteúdo 3">
            <a:extLst>
              <a:ext uri="{FF2B5EF4-FFF2-40B4-BE49-F238E27FC236}">
                <a16:creationId xmlns:a16="http://schemas.microsoft.com/office/drawing/2014/main" id="{839CB332-223D-9B58-5423-3970265F5492}"/>
              </a:ext>
            </a:extLst>
          </p:cNvPr>
          <p:cNvSpPr txBox="1">
            <a:spLocks/>
          </p:cNvSpPr>
          <p:nvPr/>
        </p:nvSpPr>
        <p:spPr>
          <a:xfrm>
            <a:off x="731104" y="884470"/>
            <a:ext cx="5696329" cy="126130"/>
          </a:xfrm>
          <a:prstGeom prst="rect">
            <a:avLst/>
          </a:prstGeom>
        </p:spPr>
        <p:txBody>
          <a:bodyPr lIns="0" tIns="0" rIns="0" bIns="0" anchor="t" anchorCtr="0"/>
          <a:lstStyle>
            <a:lvl1pPr marL="0" indent="0" algn="l" defTabSz="822777" rtl="0" eaLnBrk="1" latinLnBrk="0" hangingPunct="1">
              <a:lnSpc>
                <a:spcPct val="90000"/>
              </a:lnSpc>
              <a:spcBef>
                <a:spcPts val="900"/>
              </a:spcBef>
              <a:buFont typeface="Arial" panose="020B0604020202020204" pitchFamily="34" charset="0"/>
              <a:buNone/>
              <a:defRPr sz="2160" kern="1200">
                <a:solidFill>
                  <a:schemeClr val="accent1"/>
                </a:solidFill>
                <a:latin typeface="+mj-lt"/>
                <a:ea typeface="+mn-ea"/>
                <a:cs typeface="+mn-cs"/>
              </a:defRPr>
            </a:lvl1pPr>
            <a:lvl2pPr marL="411389" indent="0" algn="l" defTabSz="822777" rtl="0" eaLnBrk="1" latinLnBrk="0" hangingPunct="1">
              <a:lnSpc>
                <a:spcPct val="90000"/>
              </a:lnSpc>
              <a:spcBef>
                <a:spcPts val="450"/>
              </a:spcBef>
              <a:buFont typeface="Arial" panose="020B0604020202020204" pitchFamily="34" charset="0"/>
              <a:buNone/>
              <a:defRPr sz="1800" kern="1200">
                <a:solidFill>
                  <a:schemeClr val="accent1"/>
                </a:solidFill>
                <a:latin typeface="+mj-lt"/>
                <a:ea typeface="+mn-ea"/>
                <a:cs typeface="+mn-cs"/>
              </a:defRPr>
            </a:lvl2pPr>
            <a:lvl3pPr marL="822777" indent="0" algn="l" defTabSz="822777" rtl="0" eaLnBrk="1" latinLnBrk="0" hangingPunct="1">
              <a:lnSpc>
                <a:spcPct val="90000"/>
              </a:lnSpc>
              <a:spcBef>
                <a:spcPts val="450"/>
              </a:spcBef>
              <a:buFont typeface="Arial" panose="020B0604020202020204" pitchFamily="34" charset="0"/>
              <a:buNone/>
              <a:defRPr sz="1800" kern="1200">
                <a:solidFill>
                  <a:schemeClr val="accent1"/>
                </a:solidFill>
                <a:latin typeface="+mj-lt"/>
                <a:ea typeface="+mn-ea"/>
                <a:cs typeface="+mn-cs"/>
              </a:defRPr>
            </a:lvl3pPr>
            <a:lvl4pPr marL="1234166" indent="0" algn="l" defTabSz="822777" rtl="0" eaLnBrk="1" latinLnBrk="0" hangingPunct="1">
              <a:lnSpc>
                <a:spcPct val="90000"/>
              </a:lnSpc>
              <a:spcBef>
                <a:spcPts val="450"/>
              </a:spcBef>
              <a:buFont typeface="Arial" panose="020B0604020202020204" pitchFamily="34" charset="0"/>
              <a:buNone/>
              <a:defRPr sz="1800" kern="1200">
                <a:solidFill>
                  <a:schemeClr val="accent1"/>
                </a:solidFill>
                <a:latin typeface="+mj-lt"/>
                <a:ea typeface="+mn-ea"/>
                <a:cs typeface="+mn-cs"/>
              </a:defRPr>
            </a:lvl4pPr>
            <a:lvl5pPr marL="1645554" indent="0" algn="l" defTabSz="822777" rtl="0" eaLnBrk="1" latinLnBrk="0" hangingPunct="1">
              <a:lnSpc>
                <a:spcPct val="90000"/>
              </a:lnSpc>
              <a:spcBef>
                <a:spcPts val="450"/>
              </a:spcBef>
              <a:buFont typeface="Arial" panose="020B0604020202020204" pitchFamily="34" charset="0"/>
              <a:buNone/>
              <a:defRPr sz="1800" kern="1200">
                <a:solidFill>
                  <a:schemeClr val="accent1"/>
                </a:solidFill>
                <a:latin typeface="+mj-lt"/>
                <a:ea typeface="+mn-ea"/>
                <a:cs typeface="+mn-cs"/>
              </a:defRPr>
            </a:lvl5pPr>
            <a:lvl6pPr marL="2262637"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026"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5414"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6803" indent="-205694" algn="l" defTabSz="822777"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pt-PT" sz="2000" spc="-20" dirty="0">
                <a:solidFill>
                  <a:srgbClr val="0070C0"/>
                </a:solidFill>
              </a:rPr>
              <a:t>Fees</a:t>
            </a:r>
          </a:p>
        </p:txBody>
      </p:sp>
    </p:spTree>
    <p:extLst>
      <p:ext uri="{BB962C8B-B14F-4D97-AF65-F5344CB8AC3E}">
        <p14:creationId xmlns:p14="http://schemas.microsoft.com/office/powerpoint/2010/main" val="304133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643E04-983B-9837-8B4B-6084383FE5C7}"/>
              </a:ext>
            </a:extLst>
          </p:cNvPr>
          <p:cNvSpPr/>
          <p:nvPr/>
        </p:nvSpPr>
        <p:spPr>
          <a:xfrm>
            <a:off x="0" y="3711834"/>
            <a:ext cx="12193587" cy="318426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 name="Rectangle 3">
            <a:extLst>
              <a:ext uri="{FF2B5EF4-FFF2-40B4-BE49-F238E27FC236}">
                <a16:creationId xmlns:a16="http://schemas.microsoft.com/office/drawing/2014/main" id="{2AF7BC52-A2AE-A94E-23B7-0A88236818DA}"/>
              </a:ext>
            </a:extLst>
          </p:cNvPr>
          <p:cNvSpPr/>
          <p:nvPr/>
        </p:nvSpPr>
        <p:spPr>
          <a:xfrm>
            <a:off x="0" y="3673735"/>
            <a:ext cx="12193587" cy="318426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Rounded Rectangle 8">
            <a:extLst>
              <a:ext uri="{FF2B5EF4-FFF2-40B4-BE49-F238E27FC236}">
                <a16:creationId xmlns:a16="http://schemas.microsoft.com/office/drawing/2014/main" id="{4224FAED-43B8-5F42-BE1B-9662D44A00C9}"/>
              </a:ext>
            </a:extLst>
          </p:cNvPr>
          <p:cNvSpPr/>
          <p:nvPr/>
        </p:nvSpPr>
        <p:spPr>
          <a:xfrm>
            <a:off x="918073" y="1234740"/>
            <a:ext cx="3333353" cy="2363111"/>
          </a:xfrm>
          <a:prstGeom prst="roundRect">
            <a:avLst>
              <a:gd name="adj" fmla="val 5230"/>
            </a:avLst>
          </a:prstGeom>
          <a:solidFill>
            <a:schemeClr val="bg1"/>
          </a:solidFill>
          <a:ln>
            <a:noFill/>
          </a:ln>
          <a:effectLst>
            <a:outerShdw blurRad="584200" dist="2413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sz="1518"/>
          </a:p>
        </p:txBody>
      </p:sp>
      <p:sp>
        <p:nvSpPr>
          <p:cNvPr id="2" name="Marcador de Posição do Número do Diapositivo 1">
            <a:extLst>
              <a:ext uri="{FF2B5EF4-FFF2-40B4-BE49-F238E27FC236}">
                <a16:creationId xmlns:a16="http://schemas.microsoft.com/office/drawing/2014/main" id="{920C3782-C993-4009-BAF9-521137DD160F}"/>
              </a:ext>
            </a:extLst>
          </p:cNvPr>
          <p:cNvSpPr>
            <a:spLocks noGrp="1"/>
          </p:cNvSpPr>
          <p:nvPr>
            <p:ph type="sldNum" sz="quarter" idx="4"/>
          </p:nvPr>
        </p:nvSpPr>
        <p:spPr>
          <a:xfrm>
            <a:off x="280078" y="6452686"/>
            <a:ext cx="456626" cy="106222"/>
          </a:xfrm>
        </p:spPr>
        <p:txBody>
          <a:bodyPr/>
          <a:lstStyle/>
          <a:p>
            <a:r>
              <a:rPr lang="pt-PT" dirty="0"/>
              <a:t>5</a:t>
            </a:r>
          </a:p>
        </p:txBody>
      </p:sp>
      <p:graphicFrame>
        <p:nvGraphicFramePr>
          <p:cNvPr id="3" name="Table 2">
            <a:extLst>
              <a:ext uri="{FF2B5EF4-FFF2-40B4-BE49-F238E27FC236}">
                <a16:creationId xmlns:a16="http://schemas.microsoft.com/office/drawing/2014/main" id="{E5D4B67D-0659-46C1-B243-A399C6F04A6C}"/>
              </a:ext>
            </a:extLst>
          </p:cNvPr>
          <p:cNvGraphicFramePr>
            <a:graphicFrameLocks noGrp="1"/>
          </p:cNvGraphicFramePr>
          <p:nvPr>
            <p:extLst>
              <p:ext uri="{D42A27DB-BD31-4B8C-83A1-F6EECF244321}">
                <p14:modId xmlns:p14="http://schemas.microsoft.com/office/powerpoint/2010/main" val="4155188965"/>
              </p:ext>
            </p:extLst>
          </p:nvPr>
        </p:nvGraphicFramePr>
        <p:xfrm>
          <a:off x="1109856" y="1328143"/>
          <a:ext cx="3032998" cy="2133958"/>
        </p:xfrm>
        <a:graphic>
          <a:graphicData uri="http://schemas.openxmlformats.org/drawingml/2006/table">
            <a:tbl>
              <a:tblPr/>
              <a:tblGrid>
                <a:gridCol w="1516499">
                  <a:extLst>
                    <a:ext uri="{9D8B030D-6E8A-4147-A177-3AD203B41FA5}">
                      <a16:colId xmlns:a16="http://schemas.microsoft.com/office/drawing/2014/main" val="4026908580"/>
                    </a:ext>
                  </a:extLst>
                </a:gridCol>
                <a:gridCol w="1516499">
                  <a:extLst>
                    <a:ext uri="{9D8B030D-6E8A-4147-A177-3AD203B41FA5}">
                      <a16:colId xmlns:a16="http://schemas.microsoft.com/office/drawing/2014/main" val="1499452531"/>
                    </a:ext>
                  </a:extLst>
                </a:gridCol>
              </a:tblGrid>
              <a:tr h="469863">
                <a:tc>
                  <a:txBody>
                    <a:bodyPr/>
                    <a:lstStyle/>
                    <a:p>
                      <a:pPr algn="l" latinLnBrk="0"/>
                      <a:r>
                        <a:rPr lang="pt-PT" sz="1100" b="1" i="0" dirty="0">
                          <a:effectLst/>
                          <a:latin typeface="Campton SemBd" pitchFamily="2" charset="77"/>
                        </a:rPr>
                        <a:t>Employees</a:t>
                      </a:r>
                      <a:endParaRPr lang="fr-FR" sz="1100" b="1" i="0" dirty="0">
                        <a:effectLst/>
                        <a:latin typeface="Campton SemBd" pitchFamily="2" charset="77"/>
                      </a:endParaRPr>
                    </a:p>
                  </a:txBody>
                  <a:tcPr marL="82279" marR="82279" marT="41139" marB="411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latinLnBrk="0"/>
                      <a:r>
                        <a:rPr lang="fr-FR" sz="1100" b="1" i="0" dirty="0" err="1">
                          <a:effectLst/>
                          <a:latin typeface="Campton SemBd" pitchFamily="2" charset="77"/>
                        </a:rPr>
                        <a:t>Annual Fee</a:t>
                      </a:r>
                      <a:endParaRPr lang="fr-FR" sz="1100" b="1" i="0" dirty="0">
                        <a:effectLst/>
                        <a:latin typeface="Campton SemBd" pitchFamily="2" charset="77"/>
                      </a:endParaRPr>
                    </a:p>
                  </a:txBody>
                  <a:tcPr marL="82279" marR="82279" marT="41139" marB="411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75200253"/>
                  </a:ext>
                </a:extLst>
              </a:tr>
              <a:tr h="332819">
                <a:tc>
                  <a:txBody>
                    <a:bodyPr/>
                    <a:lstStyle/>
                    <a:p>
                      <a:pPr fontAlgn="b" latinLnBrk="0"/>
                      <a:r>
                        <a:rPr lang="fr-FR" sz="1050" dirty="0">
                          <a:effectLst/>
                        </a:rPr>
                        <a:t>1 to 5</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 latinLnBrk="0"/>
                      <a:r>
                        <a:rPr lang="fr-FR" sz="1050" dirty="0">
                          <a:effectLst/>
                        </a:rPr>
                        <a:t>€50</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60751103"/>
                  </a:ext>
                </a:extLst>
              </a:tr>
              <a:tr h="332819">
                <a:tc>
                  <a:txBody>
                    <a:bodyPr/>
                    <a:lstStyle/>
                    <a:p>
                      <a:pPr fontAlgn="b" latinLnBrk="0"/>
                      <a:r>
                        <a:rPr lang="fr-FR" sz="1050" dirty="0">
                          <a:effectLst/>
                        </a:rPr>
                        <a:t>6 to 20</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 latinLnBrk="0"/>
                      <a:r>
                        <a:rPr lang="fr-FR" sz="1050" dirty="0">
                          <a:effectLst/>
                        </a:rPr>
                        <a:t>€100</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11494105"/>
                  </a:ext>
                </a:extLst>
              </a:tr>
              <a:tr h="332819">
                <a:tc>
                  <a:txBody>
                    <a:bodyPr/>
                    <a:lstStyle/>
                    <a:p>
                      <a:pPr fontAlgn="b" latinLnBrk="0"/>
                      <a:r>
                        <a:rPr lang="fr-FR" sz="1050" dirty="0">
                          <a:effectLst/>
                        </a:rPr>
                        <a:t>21 to 50</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 latinLnBrk="0"/>
                      <a:r>
                        <a:rPr lang="fr-FR" sz="1050" dirty="0">
                          <a:effectLst/>
                        </a:rPr>
                        <a:t>€225</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93609423"/>
                  </a:ext>
                </a:extLst>
              </a:tr>
              <a:tr h="332819">
                <a:tc>
                  <a:txBody>
                    <a:bodyPr/>
                    <a:lstStyle/>
                    <a:p>
                      <a:pPr fontAlgn="b" latinLnBrk="0"/>
                      <a:r>
                        <a:rPr lang="fr-FR" sz="1050" dirty="0">
                          <a:effectLst/>
                        </a:rPr>
                        <a:t>51 to 99</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 latinLnBrk="0"/>
                      <a:r>
                        <a:rPr lang="fr-FR" sz="1050" dirty="0">
                          <a:effectLst/>
                        </a:rPr>
                        <a:t>€350</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60148540"/>
                  </a:ext>
                </a:extLst>
              </a:tr>
              <a:tr h="332819">
                <a:tc>
                  <a:txBody>
                    <a:bodyPr/>
                    <a:lstStyle/>
                    <a:p>
                      <a:pPr fontAlgn="b" latinLnBrk="0"/>
                      <a:r>
                        <a:rPr lang="fr-FR" sz="1050" dirty="0">
                          <a:effectLst/>
                        </a:rPr>
                        <a:t>more than 100</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b" latinLnBrk="0"/>
                      <a:r>
                        <a:rPr lang="fr-FR" sz="1050" dirty="0">
                          <a:effectLst/>
                        </a:rPr>
                        <a:t>€525</a:t>
                      </a:r>
                      <a:endParaRPr lang="fr-FR" sz="1600" dirty="0">
                        <a:effectLst/>
                      </a:endParaRPr>
                    </a:p>
                  </a:txBody>
                  <a:tcPr marL="82279" marR="82279" marT="41139" marB="41139"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58473336"/>
                  </a:ext>
                </a:extLst>
              </a:tr>
            </a:tbl>
          </a:graphicData>
        </a:graphic>
      </p:graphicFrame>
      <p:sp>
        <p:nvSpPr>
          <p:cNvPr id="12" name="Marcador de Posição de Conteúdo 3">
            <a:extLst>
              <a:ext uri="{FF2B5EF4-FFF2-40B4-BE49-F238E27FC236}">
                <a16:creationId xmlns:a16="http://schemas.microsoft.com/office/drawing/2014/main" id="{DEE9FC51-0EB0-411E-9186-DE1BE49C6455}"/>
              </a:ext>
            </a:extLst>
          </p:cNvPr>
          <p:cNvSpPr txBox="1">
            <a:spLocks/>
          </p:cNvSpPr>
          <p:nvPr/>
        </p:nvSpPr>
        <p:spPr>
          <a:xfrm>
            <a:off x="736704" y="882120"/>
            <a:ext cx="3821830" cy="208436"/>
          </a:xfrm>
          <a:prstGeom prst="rect">
            <a:avLst/>
          </a:prstGeom>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1800" spc="-18" dirty="0">
                <a:solidFill>
                  <a:srgbClr val="0070C0"/>
                </a:solidFill>
              </a:rPr>
              <a:t>Annual Employment Report – Table I</a:t>
            </a:r>
          </a:p>
        </p:txBody>
      </p:sp>
    </p:spTree>
    <p:extLst>
      <p:ext uri="{BB962C8B-B14F-4D97-AF65-F5344CB8AC3E}">
        <p14:creationId xmlns:p14="http://schemas.microsoft.com/office/powerpoint/2010/main" val="2972157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8296FD09-2899-A69A-F841-66C86A882D95}"/>
              </a:ext>
            </a:extLst>
          </p:cNvPr>
          <p:cNvPicPr>
            <a:picLocks noChangeAspect="1"/>
          </p:cNvPicPr>
          <p:nvPr/>
        </p:nvPicPr>
        <p:blipFill>
          <a:blip r:embed="rId2"/>
          <a:stretch>
            <a:fillRect/>
          </a:stretch>
        </p:blipFill>
        <p:spPr>
          <a:xfrm>
            <a:off x="4704672" y="6025762"/>
            <a:ext cx="714475" cy="571580"/>
          </a:xfrm>
          <a:prstGeom prst="rect">
            <a:avLst/>
          </a:prstGeom>
        </p:spPr>
      </p:pic>
      <p:sp>
        <p:nvSpPr>
          <p:cNvPr id="3" name="Marcador de Posição do Número do Diapositivo 2">
            <a:extLst>
              <a:ext uri="{FF2B5EF4-FFF2-40B4-BE49-F238E27FC236}">
                <a16:creationId xmlns:a16="http://schemas.microsoft.com/office/drawing/2014/main" id="{64C0B115-6838-6C9F-AB53-9D4964506CAF}"/>
              </a:ext>
            </a:extLst>
          </p:cNvPr>
          <p:cNvSpPr>
            <a:spLocks noGrp="1"/>
          </p:cNvSpPr>
          <p:nvPr>
            <p:ph type="sldNum" sz="quarter" idx="4"/>
          </p:nvPr>
        </p:nvSpPr>
        <p:spPr/>
        <p:txBody>
          <a:bodyPr/>
          <a:lstStyle/>
          <a:p>
            <a:fld id="{3C6EA9A2-1311-43E6-A080-D73349CC0A10}" type="slidenum">
              <a:rPr lang="pt-PT" smtClean="0"/>
              <a:pPr/>
              <a:t>6</a:t>
            </a:fld>
            <a:endParaRPr lang="pt-PT"/>
          </a:p>
        </p:txBody>
      </p:sp>
      <p:sp>
        <p:nvSpPr>
          <p:cNvPr id="5" name="CaixaDeTexto 4">
            <a:extLst>
              <a:ext uri="{FF2B5EF4-FFF2-40B4-BE49-F238E27FC236}">
                <a16:creationId xmlns:a16="http://schemas.microsoft.com/office/drawing/2014/main" id="{441E5BD2-D26A-334B-058A-2EE2967E959E}"/>
              </a:ext>
            </a:extLst>
          </p:cNvPr>
          <p:cNvSpPr txBox="1"/>
          <p:nvPr/>
        </p:nvSpPr>
        <p:spPr>
          <a:xfrm>
            <a:off x="594651" y="638192"/>
            <a:ext cx="8305922" cy="1400383"/>
          </a:xfrm>
          <a:prstGeom prst="rect">
            <a:avLst/>
          </a:prstGeom>
          <a:noFill/>
        </p:spPr>
        <p:txBody>
          <a:bodyPr wrap="square" rtlCol="0">
            <a:spAutoFit/>
          </a:bodyPr>
          <a:lstStyle/>
          <a:p>
            <a:r>
              <a:rPr lang="pt-PT" sz="6000" b="1" dirty="0">
                <a:solidFill>
                  <a:srgbClr val="202945"/>
                </a:solidFill>
              </a:rPr>
              <a:t>DIGITAL ACCOUNTING</a:t>
            </a:r>
          </a:p>
        </p:txBody>
      </p:sp>
      <p:sp>
        <p:nvSpPr>
          <p:cNvPr id="6" name="CaixaDeTexto 5">
            <a:extLst>
              <a:ext uri="{FF2B5EF4-FFF2-40B4-BE49-F238E27FC236}">
                <a16:creationId xmlns:a16="http://schemas.microsoft.com/office/drawing/2014/main" id="{CE68142A-B17C-247E-704D-536E0B6DDA29}"/>
              </a:ext>
            </a:extLst>
          </p:cNvPr>
          <p:cNvSpPr txBox="1"/>
          <p:nvPr/>
        </p:nvSpPr>
        <p:spPr>
          <a:xfrm>
            <a:off x="890976" y="2063070"/>
            <a:ext cx="7965857" cy="3581814"/>
          </a:xfrm>
          <a:prstGeom prst="rect">
            <a:avLst/>
          </a:prstGeom>
          <a:noFill/>
        </p:spPr>
        <p:txBody>
          <a:bodyPr wrap="square" rtlCol="0">
            <a:spAutoFit/>
          </a:bodyPr>
          <a:lstStyle/>
          <a:p>
            <a:pPr>
              <a:lnSpc>
                <a:spcPct val="150000"/>
              </a:lnSpc>
            </a:pPr>
            <a:r>
              <a:rPr lang="pt-PT" sz="1700" b="1" dirty="0">
                <a:solidFill>
                  <a:srgbClr val="202945"/>
                </a:solidFill>
              </a:rPr>
              <a:t>✓   Automatic accounting entries based on digital documents</a:t>
            </a:r>
          </a:p>
          <a:p>
            <a:pPr>
              <a:lnSpc>
                <a:spcPct val="150000"/>
              </a:lnSpc>
            </a:pPr>
            <a:r>
              <a:rPr lang="pt-PT" sz="1700" b="1" dirty="0">
                <a:solidFill>
                  <a:srgbClr val="202945"/>
                </a:solidFill>
              </a:rPr>
              <a:t>✓   Fewer administrative tasks and less human error</a:t>
            </a:r>
          </a:p>
          <a:p>
            <a:pPr>
              <a:lnSpc>
                <a:spcPct val="150000"/>
              </a:lnSpc>
            </a:pPr>
            <a:r>
              <a:rPr lang="pt-PT" sz="1700" b="1" dirty="0">
                <a:solidFill>
                  <a:srgbClr val="202945"/>
                </a:solidFill>
              </a:rPr>
              <a:t>✓   Automated digital archive: organises, numbers and files</a:t>
            </a:r>
          </a:p>
          <a:p>
            <a:pPr>
              <a:lnSpc>
                <a:spcPct val="150000"/>
              </a:lnSpc>
            </a:pPr>
            <a:r>
              <a:rPr lang="pt-PT" sz="1700" b="1" dirty="0">
                <a:solidFill>
                  <a:srgbClr val="202945"/>
                </a:solidFill>
              </a:rPr>
              <a:t>✓   Direct link to E-Fatura with automatic checking</a:t>
            </a:r>
          </a:p>
          <a:p>
            <a:pPr>
              <a:lnSpc>
                <a:spcPct val="150000"/>
              </a:lnSpc>
            </a:pPr>
            <a:r>
              <a:rPr lang="pt-PT" sz="1700" b="1" dirty="0">
                <a:solidFill>
                  <a:srgbClr val="202945"/>
                </a:solidFill>
              </a:rPr>
              <a:t>✓   Fast searches and immediate access to documents via Client Connect</a:t>
            </a:r>
            <a:endParaRPr lang="pt-PT" sz="1700" dirty="0">
              <a:solidFill>
                <a:srgbClr val="202945"/>
              </a:solidFill>
            </a:endParaRPr>
          </a:p>
          <a:p>
            <a:pPr>
              <a:lnSpc>
                <a:spcPct val="150000"/>
              </a:lnSpc>
            </a:pPr>
            <a:r>
              <a:rPr lang="pt-PT" sz="1700" b="1" dirty="0">
                <a:solidFill>
                  <a:srgbClr val="202945"/>
                </a:solidFill>
              </a:rPr>
              <a:t>✓   Full compliance with digital archiving legislation</a:t>
            </a:r>
          </a:p>
          <a:p>
            <a:pPr>
              <a:lnSpc>
                <a:spcPct val="150000"/>
              </a:lnSpc>
            </a:pPr>
            <a:r>
              <a:rPr lang="pt-PT" sz="1700" b="1" dirty="0">
                <a:solidFill>
                  <a:srgbClr val="202945"/>
                </a:solidFill>
              </a:rPr>
              <a:t>✓   Better communication with the client</a:t>
            </a:r>
          </a:p>
          <a:p>
            <a:pPr>
              <a:lnSpc>
                <a:spcPct val="150000"/>
              </a:lnSpc>
            </a:pPr>
            <a:r>
              <a:rPr lang="pt-PT" sz="1700" b="1" dirty="0">
                <a:solidFill>
                  <a:srgbClr val="202945"/>
                </a:solidFill>
              </a:rPr>
              <a:t>✓   Compatible with banking automation</a:t>
            </a:r>
            <a:endParaRPr lang="pt-PT" sz="1700" dirty="0">
              <a:solidFill>
                <a:srgbClr val="202945"/>
              </a:solidFill>
            </a:endParaRPr>
          </a:p>
          <a:p>
            <a:pPr>
              <a:lnSpc>
                <a:spcPct val="150000"/>
              </a:lnSpc>
            </a:pPr>
            <a:r>
              <a:rPr lang="pt-PT" sz="1700" b="1" dirty="0">
                <a:solidFill>
                  <a:srgbClr val="202945"/>
                </a:solidFill>
              </a:rPr>
              <a:t>✓   Lower physical costs and environmental impact</a:t>
            </a:r>
          </a:p>
        </p:txBody>
      </p:sp>
      <p:pic>
        <p:nvPicPr>
          <p:cNvPr id="8" name="Imagem 7">
            <a:extLst>
              <a:ext uri="{FF2B5EF4-FFF2-40B4-BE49-F238E27FC236}">
                <a16:creationId xmlns:a16="http://schemas.microsoft.com/office/drawing/2014/main" id="{933B4031-9A55-C0A6-FBBA-F8D55D82D4AD}"/>
              </a:ext>
            </a:extLst>
          </p:cNvPr>
          <p:cNvPicPr>
            <a:picLocks noChangeAspect="1"/>
          </p:cNvPicPr>
          <p:nvPr/>
        </p:nvPicPr>
        <p:blipFill>
          <a:blip r:embed="rId3"/>
          <a:stretch>
            <a:fillRect/>
          </a:stretch>
        </p:blipFill>
        <p:spPr>
          <a:xfrm>
            <a:off x="896277" y="6039642"/>
            <a:ext cx="628738" cy="523948"/>
          </a:xfrm>
          <a:prstGeom prst="rect">
            <a:avLst/>
          </a:prstGeom>
        </p:spPr>
      </p:pic>
      <p:sp>
        <p:nvSpPr>
          <p:cNvPr id="11" name="CaixaDeTexto 10">
            <a:extLst>
              <a:ext uri="{FF2B5EF4-FFF2-40B4-BE49-F238E27FC236}">
                <a16:creationId xmlns:a16="http://schemas.microsoft.com/office/drawing/2014/main" id="{FA84CC81-E199-411E-61FD-87317408BFB2}"/>
              </a:ext>
            </a:extLst>
          </p:cNvPr>
          <p:cNvSpPr txBox="1"/>
          <p:nvPr/>
        </p:nvSpPr>
        <p:spPr>
          <a:xfrm>
            <a:off x="9129770" y="3853977"/>
            <a:ext cx="2445105" cy="1028462"/>
          </a:xfrm>
          <a:prstGeom prst="snip2DiagRect">
            <a:avLst/>
          </a:prstGeom>
          <a:solidFill>
            <a:srgbClr val="202945"/>
          </a:solidFill>
        </p:spPr>
        <p:txBody>
          <a:bodyPr wrap="square" rtlCol="0">
            <a:spAutoFit/>
          </a:bodyPr>
          <a:lstStyle/>
          <a:p>
            <a:pPr algn="ctr"/>
            <a:r>
              <a:rPr lang="pt-PT" sz="2500" b="1" dirty="0">
                <a:solidFill>
                  <a:schemeClr val="bg1"/>
                </a:solidFill>
              </a:rPr>
              <a:t>Only</a:t>
            </a:r>
          </a:p>
          <a:p>
            <a:pPr algn="ctr"/>
            <a:r>
              <a:rPr lang="pt-PT" sz="2000" b="1" dirty="0">
                <a:solidFill>
                  <a:schemeClr val="bg1"/>
                </a:solidFill>
              </a:rPr>
              <a:t>{{PRECO}}</a:t>
            </a:r>
          </a:p>
        </p:txBody>
      </p:sp>
      <p:pic>
        <p:nvPicPr>
          <p:cNvPr id="13" name="Imagem 12" descr="Uma imagem com texto, Tipo de letra, Gráficos, logótipo&#10;&#10;Os conteúdos gerados por IA podem estar incorretos.">
            <a:extLst>
              <a:ext uri="{FF2B5EF4-FFF2-40B4-BE49-F238E27FC236}">
                <a16:creationId xmlns:a16="http://schemas.microsoft.com/office/drawing/2014/main" id="{EBBBD804-F12C-6DAB-7E1E-323E7C98B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9770" y="561544"/>
            <a:ext cx="2445105" cy="1853033"/>
          </a:xfrm>
          <a:prstGeom prst="rect">
            <a:avLst/>
          </a:prstGeom>
        </p:spPr>
      </p:pic>
      <p:sp>
        <p:nvSpPr>
          <p:cNvPr id="14" name="CaixaDeTexto 13">
            <a:extLst>
              <a:ext uri="{FF2B5EF4-FFF2-40B4-BE49-F238E27FC236}">
                <a16:creationId xmlns:a16="http://schemas.microsoft.com/office/drawing/2014/main" id="{3B6B78BF-93A1-E299-73D4-E8ED656569F2}"/>
              </a:ext>
            </a:extLst>
          </p:cNvPr>
          <p:cNvSpPr txBox="1"/>
          <p:nvPr/>
        </p:nvSpPr>
        <p:spPr>
          <a:xfrm>
            <a:off x="1604700" y="6039642"/>
            <a:ext cx="2055510" cy="553998"/>
          </a:xfrm>
          <a:prstGeom prst="rect">
            <a:avLst/>
          </a:prstGeom>
          <a:noFill/>
        </p:spPr>
        <p:txBody>
          <a:bodyPr wrap="square" rtlCol="0">
            <a:spAutoFit/>
          </a:bodyPr>
          <a:lstStyle/>
          <a:p>
            <a:r>
              <a:rPr lang="pt-PT" sz="1500" u="sng" dirty="0">
                <a:solidFill>
                  <a:srgbClr val="202945"/>
                </a:solidFill>
              </a:rPr>
              <a:t>Solution powered by </a:t>
            </a:r>
          </a:p>
          <a:p>
            <a:r>
              <a:rPr lang="pt-PT" sz="1500" u="sng" dirty="0">
                <a:solidFill>
                  <a:srgbClr val="202945"/>
                </a:solidFill>
              </a:rPr>
              <a:t>Artificial Intelligence</a:t>
            </a:r>
          </a:p>
        </p:txBody>
      </p:sp>
      <p:sp>
        <p:nvSpPr>
          <p:cNvPr id="15" name="CaixaDeTexto 14">
            <a:extLst>
              <a:ext uri="{FF2B5EF4-FFF2-40B4-BE49-F238E27FC236}">
                <a16:creationId xmlns:a16="http://schemas.microsoft.com/office/drawing/2014/main" id="{513F930B-840C-AB67-C01D-29C882B1057B}"/>
              </a:ext>
            </a:extLst>
          </p:cNvPr>
          <p:cNvSpPr txBox="1"/>
          <p:nvPr/>
        </p:nvSpPr>
        <p:spPr>
          <a:xfrm>
            <a:off x="5419147" y="6034553"/>
            <a:ext cx="2462338" cy="553998"/>
          </a:xfrm>
          <a:prstGeom prst="rect">
            <a:avLst/>
          </a:prstGeom>
          <a:noFill/>
        </p:spPr>
        <p:txBody>
          <a:bodyPr wrap="square" rtlCol="0">
            <a:spAutoFit/>
          </a:bodyPr>
          <a:lstStyle/>
          <a:p>
            <a:r>
              <a:rPr lang="pt-PT" sz="1500" u="sng" dirty="0">
                <a:solidFill>
                  <a:srgbClr val="202945"/>
                </a:solidFill>
              </a:rPr>
              <a:t>No limits on</a:t>
            </a:r>
          </a:p>
          <a:p>
            <a:r>
              <a:rPr lang="pt-PT" sz="1500" u="sng" dirty="0">
                <a:solidFill>
                  <a:srgbClr val="202945"/>
                </a:solidFill>
              </a:rPr>
              <a:t>digital archive space</a:t>
            </a:r>
          </a:p>
        </p:txBody>
      </p:sp>
    </p:spTree>
    <p:extLst>
      <p:ext uri="{BB962C8B-B14F-4D97-AF65-F5344CB8AC3E}">
        <p14:creationId xmlns:p14="http://schemas.microsoft.com/office/powerpoint/2010/main" val="3987434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488C-AEAF-F35B-109C-9EE3547C0B42}"/>
            </a:ext>
          </a:extLst>
        </p:cNvPr>
        <p:cNvGrpSpPr/>
        <p:nvPr/>
      </p:nvGrpSpPr>
      <p:grpSpPr>
        <a:xfrm>
          <a:off x="0" y="0"/>
          <a:ext cx="0" cy="0"/>
          <a:chOff x="0" y="0"/>
          <a:chExt cx="0" cy="0"/>
        </a:xfrm>
      </p:grpSpPr>
      <p:sp>
        <p:nvSpPr>
          <p:cNvPr id="3" name="Marcador de Posição do Número do Diapositivo 2">
            <a:extLst>
              <a:ext uri="{FF2B5EF4-FFF2-40B4-BE49-F238E27FC236}">
                <a16:creationId xmlns:a16="http://schemas.microsoft.com/office/drawing/2014/main" id="{23E90AFF-D3A2-2368-94FC-09E6C02ED9C6}"/>
              </a:ext>
            </a:extLst>
          </p:cNvPr>
          <p:cNvSpPr>
            <a:spLocks noGrp="1"/>
          </p:cNvSpPr>
          <p:nvPr>
            <p:ph type="sldNum" sz="quarter" idx="4"/>
          </p:nvPr>
        </p:nvSpPr>
        <p:spPr/>
        <p:txBody>
          <a:bodyPr/>
          <a:lstStyle/>
          <a:p>
            <a:fld id="{3C6EA9A2-1311-43E6-A080-D73349CC0A10}" type="slidenum">
              <a:rPr lang="pt-PT" smtClean="0"/>
              <a:pPr/>
              <a:t>7</a:t>
            </a:fld>
            <a:endParaRPr lang="pt-PT"/>
          </a:p>
        </p:txBody>
      </p:sp>
      <p:sp>
        <p:nvSpPr>
          <p:cNvPr id="5" name="CaixaDeTexto 4">
            <a:extLst>
              <a:ext uri="{FF2B5EF4-FFF2-40B4-BE49-F238E27FC236}">
                <a16:creationId xmlns:a16="http://schemas.microsoft.com/office/drawing/2014/main" id="{8E254143-CBD5-82DF-AC23-0FB2E176495A}"/>
              </a:ext>
            </a:extLst>
          </p:cNvPr>
          <p:cNvSpPr txBox="1"/>
          <p:nvPr/>
        </p:nvSpPr>
        <p:spPr>
          <a:xfrm>
            <a:off x="594651" y="638192"/>
            <a:ext cx="8305922" cy="1400383"/>
          </a:xfrm>
          <a:prstGeom prst="rect">
            <a:avLst/>
          </a:prstGeom>
          <a:noFill/>
        </p:spPr>
        <p:txBody>
          <a:bodyPr wrap="square" rtlCol="0">
            <a:spAutoFit/>
          </a:bodyPr>
          <a:lstStyle/>
          <a:p>
            <a:r>
              <a:rPr lang="pt-PT" sz="6000" b="1" dirty="0" err="1">
                <a:solidFill>
                  <a:srgbClr val="202945"/>
                </a:solidFill>
              </a:rPr>
              <a:t>Banking Automation</a:t>
            </a:r>
          </a:p>
        </p:txBody>
      </p:sp>
      <p:sp>
        <p:nvSpPr>
          <p:cNvPr id="6" name="CaixaDeTexto 5">
            <a:extLst>
              <a:ext uri="{FF2B5EF4-FFF2-40B4-BE49-F238E27FC236}">
                <a16:creationId xmlns:a16="http://schemas.microsoft.com/office/drawing/2014/main" id="{C6281D40-293F-1392-7D72-FA431FE068C3}"/>
              </a:ext>
            </a:extLst>
          </p:cNvPr>
          <p:cNvSpPr txBox="1"/>
          <p:nvPr/>
        </p:nvSpPr>
        <p:spPr>
          <a:xfrm>
            <a:off x="890976" y="2330488"/>
            <a:ext cx="7965857" cy="2012154"/>
          </a:xfrm>
          <a:prstGeom prst="rect">
            <a:avLst/>
          </a:prstGeom>
          <a:noFill/>
        </p:spPr>
        <p:txBody>
          <a:bodyPr wrap="square" rtlCol="0">
            <a:spAutoFit/>
          </a:bodyPr>
          <a:lstStyle/>
          <a:p>
            <a:pPr>
              <a:lnSpc>
                <a:spcPct val="150000"/>
              </a:lnSpc>
            </a:pPr>
            <a:r>
              <a:rPr lang="pt-PT" sz="1700" b="1" dirty="0">
                <a:solidFill>
                  <a:srgbClr val="202945"/>
                </a:solidFill>
              </a:rPr>
              <a:t>Benefits of using the Banking Automation solution:</a:t>
            </a:r>
          </a:p>
          <a:p>
            <a:pPr>
              <a:lnSpc>
                <a:spcPct val="150000"/>
              </a:lnSpc>
            </a:pPr>
            <a:r>
              <a:rPr lang="pt-PT" sz="1700" b="1" dirty="0">
                <a:solidFill>
                  <a:srgbClr val="202945"/>
                </a:solidFill>
              </a:rPr>
              <a:t>✓   Automatic integration of bank transactions</a:t>
            </a:r>
          </a:p>
          <a:p>
            <a:pPr>
              <a:lnSpc>
                <a:spcPct val="150000"/>
              </a:lnSpc>
            </a:pPr>
            <a:r>
              <a:rPr lang="pt-PT" sz="1700" b="1" dirty="0">
                <a:solidFill>
                  <a:srgbClr val="202945"/>
                </a:solidFill>
              </a:rPr>
              <a:t>✓   Automated accounting entries</a:t>
            </a:r>
          </a:p>
          <a:p>
            <a:pPr>
              <a:lnSpc>
                <a:spcPct val="150000"/>
              </a:lnSpc>
            </a:pPr>
            <a:r>
              <a:rPr lang="pt-PT" sz="1700" b="1" dirty="0">
                <a:solidFill>
                  <a:srgbClr val="202945"/>
                </a:solidFill>
              </a:rPr>
              <a:t>✓   Bank reconciliation in a few clicks</a:t>
            </a:r>
          </a:p>
          <a:p>
            <a:pPr>
              <a:lnSpc>
                <a:spcPct val="150000"/>
              </a:lnSpc>
            </a:pPr>
            <a:r>
              <a:rPr lang="pt-PT" sz="1700" b="1" dirty="0">
                <a:solidFill>
                  <a:srgbClr val="202945"/>
                </a:solidFill>
              </a:rPr>
              <a:t>✓   More time to focus on what really matters: growing your business</a:t>
            </a:r>
          </a:p>
        </p:txBody>
      </p:sp>
      <p:sp>
        <p:nvSpPr>
          <p:cNvPr id="11" name="CaixaDeTexto 10">
            <a:extLst>
              <a:ext uri="{FF2B5EF4-FFF2-40B4-BE49-F238E27FC236}">
                <a16:creationId xmlns:a16="http://schemas.microsoft.com/office/drawing/2014/main" id="{36FE57FF-69E6-84E5-0A8C-BB4D20F19374}"/>
              </a:ext>
            </a:extLst>
          </p:cNvPr>
          <p:cNvSpPr txBox="1"/>
          <p:nvPr/>
        </p:nvSpPr>
        <p:spPr>
          <a:xfrm>
            <a:off x="6727795" y="4940192"/>
            <a:ext cx="2445105" cy="1028462"/>
          </a:xfrm>
          <a:prstGeom prst="snip2DiagRect">
            <a:avLst/>
          </a:prstGeom>
          <a:solidFill>
            <a:srgbClr val="202945"/>
          </a:solidFill>
        </p:spPr>
        <p:txBody>
          <a:bodyPr wrap="square" rtlCol="0">
            <a:spAutoFit/>
          </a:bodyPr>
          <a:lstStyle/>
          <a:p>
            <a:pPr algn="ctr"/>
            <a:r>
              <a:rPr lang="pt-PT" sz="2500" b="1" dirty="0">
                <a:solidFill>
                  <a:schemeClr val="bg1"/>
                </a:solidFill>
              </a:rPr>
              <a:t>Only</a:t>
            </a:r>
          </a:p>
          <a:p>
            <a:pPr algn="ctr"/>
            <a:r>
              <a:rPr lang="pt-PT" sz="2000" b="1" dirty="0">
                <a:solidFill>
                  <a:schemeClr val="bg1"/>
                </a:solidFill>
              </a:rPr>
              <a:t>{{PRECO}}</a:t>
            </a:r>
          </a:p>
        </p:txBody>
      </p:sp>
      <p:pic>
        <p:nvPicPr>
          <p:cNvPr id="13" name="Imagem 12" descr="Uma imagem com texto, Tipo de letra, Gráficos, logótipo&#10;&#10;Os conteúdos gerados por IA podem estar incorretos.">
            <a:extLst>
              <a:ext uri="{FF2B5EF4-FFF2-40B4-BE49-F238E27FC236}">
                <a16:creationId xmlns:a16="http://schemas.microsoft.com/office/drawing/2014/main" id="{476DDCF2-5CC7-5BD7-B307-68A9C2BFD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9770" y="561544"/>
            <a:ext cx="2445105" cy="1853033"/>
          </a:xfrm>
          <a:prstGeom prst="rect">
            <a:avLst/>
          </a:prstGeom>
        </p:spPr>
      </p:pic>
      <p:grpSp>
        <p:nvGrpSpPr>
          <p:cNvPr id="9" name="Agrupar 8">
            <a:extLst>
              <a:ext uri="{FF2B5EF4-FFF2-40B4-BE49-F238E27FC236}">
                <a16:creationId xmlns:a16="http://schemas.microsoft.com/office/drawing/2014/main" id="{14D5DE15-3CF4-72FD-3C6F-15A3B3594261}"/>
              </a:ext>
            </a:extLst>
          </p:cNvPr>
          <p:cNvGrpSpPr/>
          <p:nvPr/>
        </p:nvGrpSpPr>
        <p:grpSpPr>
          <a:xfrm>
            <a:off x="2519371" y="4481953"/>
            <a:ext cx="2570190" cy="1901749"/>
            <a:chOff x="2519371" y="4318059"/>
            <a:chExt cx="2570190" cy="1901749"/>
          </a:xfrm>
        </p:grpSpPr>
        <p:pic>
          <p:nvPicPr>
            <p:cNvPr id="4" name="Imagem 3">
              <a:extLst>
                <a:ext uri="{FF2B5EF4-FFF2-40B4-BE49-F238E27FC236}">
                  <a16:creationId xmlns:a16="http://schemas.microsoft.com/office/drawing/2014/main" id="{AEB9FFB3-556B-F93F-C0B4-71C3C60AFC06}"/>
                </a:ext>
              </a:extLst>
            </p:cNvPr>
            <p:cNvPicPr>
              <a:picLocks noChangeAspect="1"/>
            </p:cNvPicPr>
            <p:nvPr/>
          </p:nvPicPr>
          <p:blipFill>
            <a:blip r:embed="rId3"/>
            <a:stretch>
              <a:fillRect/>
            </a:stretch>
          </p:blipFill>
          <p:spPr>
            <a:xfrm>
              <a:off x="2644455" y="4318059"/>
              <a:ext cx="2445106" cy="1901749"/>
            </a:xfrm>
            <a:prstGeom prst="rect">
              <a:avLst/>
            </a:prstGeom>
          </p:spPr>
        </p:pic>
        <p:sp>
          <p:nvSpPr>
            <p:cNvPr id="7" name="Retângulo 6">
              <a:extLst>
                <a:ext uri="{FF2B5EF4-FFF2-40B4-BE49-F238E27FC236}">
                  <a16:creationId xmlns:a16="http://schemas.microsoft.com/office/drawing/2014/main" id="{38A51F79-705D-2373-9EBA-8EFE1F3911E8}"/>
                </a:ext>
              </a:extLst>
            </p:cNvPr>
            <p:cNvSpPr/>
            <p:nvPr/>
          </p:nvSpPr>
          <p:spPr>
            <a:xfrm>
              <a:off x="2519371" y="4634555"/>
              <a:ext cx="284672" cy="442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grpSp>
    </p:spTree>
    <p:extLst>
      <p:ext uri="{BB962C8B-B14F-4D97-AF65-F5344CB8AC3E}">
        <p14:creationId xmlns:p14="http://schemas.microsoft.com/office/powerpoint/2010/main" val="3140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802A29-E8A9-774A-B676-C43ED14CE27E}"/>
              </a:ext>
            </a:extLst>
          </p:cNvPr>
          <p:cNvSpPr>
            <a:spLocks noGrp="1"/>
          </p:cNvSpPr>
          <p:nvPr>
            <p:ph type="sldNum" sz="quarter" idx="4"/>
          </p:nvPr>
        </p:nvSpPr>
        <p:spPr/>
        <p:txBody>
          <a:bodyPr lIns="0" tIns="0" rIns="0" bIns="0"/>
          <a:lstStyle/>
          <a:p>
            <a:fld id="{3C6EA9A2-1311-43E6-A080-D73349CC0A10}" type="slidenum">
              <a:rPr lang="pt-PT" smtClean="0"/>
              <a:pPr/>
              <a:t>8</a:t>
            </a:fld>
            <a:endParaRPr lang="pt-PT" dirty="0"/>
          </a:p>
        </p:txBody>
      </p:sp>
    </p:spTree>
    <p:extLst>
      <p:ext uri="{BB962C8B-B14F-4D97-AF65-F5344CB8AC3E}">
        <p14:creationId xmlns:p14="http://schemas.microsoft.com/office/powerpoint/2010/main" val="2577764757"/>
      </p:ext>
    </p:extLst>
  </p:cSld>
  <p:clrMapOvr>
    <a:masterClrMapping/>
  </p:clrMapOvr>
</p:sld>
</file>

<file path=ppt/theme/theme1.xml><?xml version="1.0" encoding="utf-8"?>
<a:theme xmlns:a="http://schemas.openxmlformats.org/drawingml/2006/main" name="Modelo de apresentaçã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upo Your 2018">
      <a:majorFont>
        <a:latin typeface="Campton"/>
        <a:ea typeface=""/>
        <a:cs typeface=""/>
      </a:majorFont>
      <a:minorFont>
        <a:latin typeface="Campt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DB44E13B8E7B149B5E48359FCCF200E" ma:contentTypeVersion="13" ma:contentTypeDescription="Criar um novo documento." ma:contentTypeScope="" ma:versionID="ba8df822edba5989c4bb49f8a60e8d35">
  <xsd:schema xmlns:xsd="http://www.w3.org/2001/XMLSchema" xmlns:xs="http://www.w3.org/2001/XMLSchema" xmlns:p="http://schemas.microsoft.com/office/2006/metadata/properties" xmlns:ns2="3ad7500d-99b5-4a15-baa6-3b6186268146" xmlns:ns3="adb2fc8b-66da-4b5d-8ed1-73de12a5964f" targetNamespace="http://schemas.microsoft.com/office/2006/metadata/properties" ma:root="true" ma:fieldsID="b5acc2aca935612e333af2541b8f6cb0" ns2:_="" ns3:_="">
    <xsd:import namespace="3ad7500d-99b5-4a15-baa6-3b6186268146"/>
    <xsd:import namespace="adb2fc8b-66da-4b5d-8ed1-73de12a596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d7500d-99b5-4a15-baa6-3b61862681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m" ma:readOnly="false" ma:fieldId="{5cf76f15-5ced-4ddc-b409-7134ff3c332f}" ma:taxonomyMulti="true" ma:sspId="a074097a-f8e6-4434-ba73-e7b735e5d15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b2fc8b-66da-4b5d-8ed1-73de12a5964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c97a71d-a0d5-453a-aa54-851c8f1717d1}" ma:internalName="TaxCatchAll" ma:showField="CatchAllData" ma:web="adb2fc8b-66da-4b5d-8ed1-73de12a596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ad7500d-99b5-4a15-baa6-3b6186268146">
      <Terms xmlns="http://schemas.microsoft.com/office/infopath/2007/PartnerControls"/>
    </lcf76f155ced4ddcb4097134ff3c332f>
    <TaxCatchAll xmlns="adb2fc8b-66da-4b5d-8ed1-73de12a5964f" xsi:nil="true"/>
  </documentManagement>
</p:properties>
</file>

<file path=customXml/itemProps1.xml><?xml version="1.0" encoding="utf-8"?>
<ds:datastoreItem xmlns:ds="http://schemas.openxmlformats.org/officeDocument/2006/customXml" ds:itemID="{CEA5BB8E-F718-483E-A404-4ABC38A64EFA}">
  <ds:schemaRefs>
    <ds:schemaRef ds:uri="http://schemas.microsoft.com/sharepoint/v3/contenttype/forms"/>
  </ds:schemaRefs>
</ds:datastoreItem>
</file>

<file path=customXml/itemProps2.xml><?xml version="1.0" encoding="utf-8"?>
<ds:datastoreItem xmlns:ds="http://schemas.openxmlformats.org/officeDocument/2006/customXml" ds:itemID="{FD5138D6-BBD5-4939-BB90-B33A3DCC26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ad7500d-99b5-4a15-baa6-3b6186268146"/>
    <ds:schemaRef ds:uri="adb2fc8b-66da-4b5d-8ed1-73de12a596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5E929A-3523-41E1-811C-02A6B933165B}">
  <ds:schemaRefs>
    <ds:schemaRef ds:uri="http://purl.org/dc/terms/"/>
    <ds:schemaRef ds:uri="http://purl.org/dc/dcmitype/"/>
    <ds:schemaRef ds:uri="3ad7500d-99b5-4a15-baa6-3b6186268146"/>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adb2fc8b-66da-4b5d-8ed1-73de12a5964f"/>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23136</TotalTime>
  <Words>793</Words>
  <Application>Microsoft Office PowerPoint</Application>
  <PresentationFormat>Personalizados</PresentationFormat>
  <Paragraphs>111</Paragraphs>
  <Slides>8</Slides>
  <Notes>1</Notes>
  <HiddenSlides>0</HiddenSlides>
  <MMClips>0</MMClips>
  <ScaleCrop>false</ScaleCrop>
  <HeadingPairs>
    <vt:vector size="6" baseType="variant">
      <vt:variant>
        <vt:lpstr>Tipos de letra usados</vt:lpstr>
      </vt:variant>
      <vt:variant>
        <vt:i4>7</vt:i4>
      </vt:variant>
      <vt:variant>
        <vt:lpstr>Tema</vt:lpstr>
      </vt:variant>
      <vt:variant>
        <vt:i4>1</vt:i4>
      </vt:variant>
      <vt:variant>
        <vt:lpstr>Títulos dos diapositivos</vt:lpstr>
      </vt:variant>
      <vt:variant>
        <vt:i4>8</vt:i4>
      </vt:variant>
    </vt:vector>
  </HeadingPairs>
  <TitlesOfParts>
    <vt:vector size="16" baseType="lpstr">
      <vt:lpstr>Arial</vt:lpstr>
      <vt:lpstr>Bahnschrift</vt:lpstr>
      <vt:lpstr>Calibri</vt:lpstr>
      <vt:lpstr>Campton</vt:lpstr>
      <vt:lpstr>Campton Light</vt:lpstr>
      <vt:lpstr>Campton Med</vt:lpstr>
      <vt:lpstr>Campton SemBd</vt:lpstr>
      <vt:lpstr>Modelo de apresentação personalizado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Margarida Xavier de Basto</dc:creator>
  <cp:lastModifiedBy>Ruben Cruz</cp:lastModifiedBy>
  <cp:revision>195</cp:revision>
  <cp:lastPrinted>2024-07-29T22:17:18Z</cp:lastPrinted>
  <dcterms:created xsi:type="dcterms:W3CDTF">2018-02-26T15:34:58Z</dcterms:created>
  <dcterms:modified xsi:type="dcterms:W3CDTF">2026-09-22T19:30:12Z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0x0101003DB44E13B8E7B149B5E48359FCCF200E</vt:lpwstr>
  </property>
  <property fmtid="{D5CDD505-2E9C-101B-9397-08002B2CF9AE}" pid="3" name="MediaServiceImageTags">
    <vt:lpwstr/>
  </property>
</Properties>
</file>